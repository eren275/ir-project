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5"/>
  </p:notesMasterIdLst>
  <p:handoutMasterIdLst>
    <p:handoutMasterId r:id="rId16"/>
  </p:handoutMasterIdLst>
  <p:sldIdLst>
    <p:sldId id="340" r:id="rId4"/>
    <p:sldId id="372" r:id="rId6"/>
    <p:sldId id="413" r:id="rId7"/>
    <p:sldId id="414" r:id="rId8"/>
    <p:sldId id="416" r:id="rId9"/>
    <p:sldId id="417" r:id="rId10"/>
    <p:sldId id="418" r:id="rId11"/>
    <p:sldId id="419" r:id="rId12"/>
    <p:sldId id="420" r:id="rId13"/>
    <p:sldId id="421" r:id="rId14"/>
    <p:sldId id="422" r:id="rId15"/>
  </p:sldIdLst>
  <p:sldSz cx="12192000" cy="6858000"/>
  <p:notesSz cx="6858000" cy="9144000"/>
  <p:embeddedFontLst>
    <p:embeddedFont>
      <p:font typeface="Inter" panose="02000503000000020004" charset="0"/>
      <p:regular r:id="rId20"/>
      <p:bold r:id="rId21"/>
    </p:embeddedFont>
    <p:embeddedFont>
      <p:font typeface="Inter Black" panose="02000503000000020004" charset="0"/>
      <p:bold r:id="rId22"/>
    </p:embeddedFont>
    <p:embeddedFont>
      <p:font typeface="Arial Black" panose="020B0A04020102020204" charset="0"/>
      <p:bold r:id="rId23"/>
    </p:embeddedFont>
  </p:embeddedFontLst>
  <p:custDataLst>
    <p:tags r:id="rId2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DDBF8"/>
    <a:srgbClr val="4AC7F9"/>
    <a:srgbClr val="47B2FA"/>
    <a:srgbClr val="54A6FB"/>
    <a:srgbClr val="4589FB"/>
    <a:srgbClr val="4675FC"/>
    <a:srgbClr val="54FDED"/>
    <a:srgbClr val="4EE4F0"/>
    <a:srgbClr val="49CCF3"/>
    <a:srgbClr val="44B3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6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gs" Target="tags/tag190.xml"/><Relationship Id="rId23" Type="http://schemas.openxmlformats.org/officeDocument/2006/relationships/font" Target="fonts/font4.fntdata"/><Relationship Id="rId22" Type="http://schemas.openxmlformats.org/officeDocument/2006/relationships/font" Target="fonts/font3.fntdata"/><Relationship Id="rId21" Type="http://schemas.openxmlformats.org/officeDocument/2006/relationships/font" Target="fonts/font2.fntdata"/><Relationship Id="rId20" Type="http://schemas.openxmlformats.org/officeDocument/2006/relationships/font" Target="fonts/font1.fntdata"/><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Inter Black" panose="02000503000000020004" charset="0"/>
              <a:ea typeface="Inter Black" panose="02000503000000020004" charset="0"/>
              <a:cs typeface="Inter" panose="02000503000000020004" charset="0"/>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Inter Black" panose="02000503000000020004" charset="0"/>
                <a:ea typeface="Inter Black" panose="02000503000000020004" charset="0"/>
                <a:cs typeface="Inter" panose="02000503000000020004" charset="0"/>
              </a:rPr>
            </a:fld>
            <a:endParaRPr lang="zh-CN" altLang="en-US">
              <a:latin typeface="Inter Black" panose="02000503000000020004" charset="0"/>
              <a:ea typeface="Inter Black" panose="02000503000000020004" charset="0"/>
              <a:cs typeface="Inter" panose="02000503000000020004" charset="0"/>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nter Black" panose="02000503000000020004" charset="0"/>
                <a:ea typeface="Inter Black" panose="02000503000000020004" charset="0"/>
                <a:cs typeface="Inter" panose="02000503000000020004" charset="0"/>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nter Black" panose="02000503000000020004" charset="0"/>
                <a:ea typeface="Inter Black" panose="02000503000000020004" charset="0"/>
                <a:cs typeface="Inter" panose="02000503000000020004" charset="0"/>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nter Black" panose="02000503000000020004" charset="0"/>
                <a:ea typeface="Inter Black" panose="02000503000000020004" charset="0"/>
                <a:cs typeface="Inter" panose="02000503000000020004" charset="0"/>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1pPr>
    <a:lvl2pPr marL="4572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2pPr>
    <a:lvl3pPr marL="9144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3pPr>
    <a:lvl4pPr marL="13716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4pPr>
    <a:lvl5pPr marL="1828800" algn="l" defTabSz="914400" rtl="0" eaLnBrk="1" latinLnBrk="0" hangingPunct="1">
      <a:defRPr sz="1200" kern="1200">
        <a:solidFill>
          <a:schemeClr val="tx1"/>
        </a:solidFill>
        <a:latin typeface="Inter Black" panose="02000503000000020004" charset="0"/>
        <a:ea typeface="Inter Black" panose="02000503000000020004" charset="0"/>
        <a:cs typeface="Inter" panose="0200050300000002000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7" Type="http://schemas.openxmlformats.org/officeDocument/2006/relationships/tags" Target="../tags/tag83.xml"/><Relationship Id="rId6" Type="http://schemas.openxmlformats.org/officeDocument/2006/relationships/tags" Target="../tags/tag82.xml"/><Relationship Id="rId5" Type="http://schemas.openxmlformats.org/officeDocument/2006/relationships/tags" Target="../tags/tag81.xml"/><Relationship Id="rId4" Type="http://schemas.openxmlformats.org/officeDocument/2006/relationships/tags" Target="../tags/tag80.xml"/><Relationship Id="rId3" Type="http://schemas.openxmlformats.org/officeDocument/2006/relationships/tags" Target="../tags/tag79.xml"/><Relationship Id="rId2" Type="http://schemas.openxmlformats.org/officeDocument/2006/relationships/tags" Target="../tags/tag78.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5" Type="http://schemas.openxmlformats.org/officeDocument/2006/relationships/tags" Target="../tags/tag95.xml"/><Relationship Id="rId4" Type="http://schemas.openxmlformats.org/officeDocument/2006/relationships/tags" Target="../tags/tag94.xml"/><Relationship Id="rId3" Type="http://schemas.openxmlformats.org/officeDocument/2006/relationships/tags" Target="../tags/tag93.xml"/><Relationship Id="rId2" Type="http://schemas.openxmlformats.org/officeDocument/2006/relationships/tags" Target="../tags/tag92.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4" Type="http://schemas.openxmlformats.org/officeDocument/2006/relationships/tags" Target="../tags/tag98.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6" Type="http://schemas.openxmlformats.org/officeDocument/2006/relationships/tags" Target="../tags/tag109.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5" Type="http://schemas.openxmlformats.org/officeDocument/2006/relationships/tags" Target="../tags/tag113.xml"/><Relationship Id="rId4" Type="http://schemas.openxmlformats.org/officeDocument/2006/relationships/tags" Target="../tags/tag112.xml"/><Relationship Id="rId3" Type="http://schemas.openxmlformats.org/officeDocument/2006/relationships/tags" Target="../tags/tag111.xml"/><Relationship Id="rId2"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6" Type="http://schemas.openxmlformats.org/officeDocument/2006/relationships/tags" Target="../tags/tag118.xml"/><Relationship Id="rId5" Type="http://schemas.openxmlformats.org/officeDocument/2006/relationships/tags" Target="../tags/tag117.xml"/><Relationship Id="rId4" Type="http://schemas.openxmlformats.org/officeDocument/2006/relationships/tags" Target="../tags/tag116.xml"/><Relationship Id="rId3" Type="http://schemas.openxmlformats.org/officeDocument/2006/relationships/tags" Target="../tags/tag115.xml"/><Relationship Id="rId2" Type="http://schemas.openxmlformats.org/officeDocument/2006/relationships/tags" Target="../tags/tag114.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endParaRPr lang="zh-CN" altLang="en-US" dirty="0"/>
          </a:p>
        </p:txBody>
      </p:sp>
      <p:sp>
        <p:nvSpPr>
          <p:cNvPr id="3" name="副标题 2"/>
          <p:cNvSpPr>
            <a:spLocks noGrp="1"/>
          </p:cNvSpPr>
          <p:nvPr>
            <p:ph type="subTitle" idx="1" hasCustomPrompt="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8" Type="http://schemas.openxmlformats.org/officeDocument/2006/relationships/theme" Target="../theme/theme2.xml"/><Relationship Id="rId17" Type="http://schemas.openxmlformats.org/officeDocument/2006/relationships/tags" Target="../tags/tag124.xml"/><Relationship Id="rId16" Type="http://schemas.openxmlformats.org/officeDocument/2006/relationships/tags" Target="../tags/tag123.xml"/><Relationship Id="rId15" Type="http://schemas.openxmlformats.org/officeDocument/2006/relationships/tags" Target="../tags/tag122.xml"/><Relationship Id="rId14" Type="http://schemas.openxmlformats.org/officeDocument/2006/relationships/tags" Target="../tags/tag121.xml"/><Relationship Id="rId13" Type="http://schemas.openxmlformats.org/officeDocument/2006/relationships/tags" Target="../tags/tag120.xml"/><Relationship Id="rId12" Type="http://schemas.openxmlformats.org/officeDocument/2006/relationships/tags" Target="../tags/tag119.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Inter" panose="02000503000000020004" charset="0"/>
                <a:ea typeface="Inter Black" panose="02000503000000020004" charset="0"/>
                <a:cs typeface="Inter" panose="02000503000000020004" charset="0"/>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Inter" panose="02000503000000020004" charset="0"/>
          <a:ea typeface="Inter Black" panose="02000503000000020004" charset="0"/>
          <a:cs typeface="Inter" panose="020005030000000200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Inter" panose="02000503000000020004" charset="0"/>
          <a:ea typeface="Inter Black" panose="02000503000000020004" charset="0"/>
          <a:cs typeface="Inter" panose="0200050300000002000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7" Type="http://schemas.openxmlformats.org/officeDocument/2006/relationships/notesSlide" Target="../notesSlides/notesSlide1.xml"/><Relationship Id="rId26" Type="http://schemas.openxmlformats.org/officeDocument/2006/relationships/slideLayout" Target="../slideLayouts/slideLayout12.xml"/><Relationship Id="rId25" Type="http://schemas.openxmlformats.org/officeDocument/2006/relationships/tags" Target="../tags/tag148.xml"/><Relationship Id="rId24" Type="http://schemas.openxmlformats.org/officeDocument/2006/relationships/tags" Target="../tags/tag147.xml"/><Relationship Id="rId23" Type="http://schemas.openxmlformats.org/officeDocument/2006/relationships/tags" Target="../tags/tag146.xml"/><Relationship Id="rId22" Type="http://schemas.openxmlformats.org/officeDocument/2006/relationships/tags" Target="../tags/tag145.xml"/><Relationship Id="rId21" Type="http://schemas.openxmlformats.org/officeDocument/2006/relationships/tags" Target="../tags/tag144.xml"/><Relationship Id="rId20" Type="http://schemas.openxmlformats.org/officeDocument/2006/relationships/tags" Target="../tags/tag143.xml"/><Relationship Id="rId2" Type="http://schemas.openxmlformats.org/officeDocument/2006/relationships/tags" Target="../tags/tag125.xml"/><Relationship Id="rId19" Type="http://schemas.openxmlformats.org/officeDocument/2006/relationships/tags" Target="../tags/tag142.xml"/><Relationship Id="rId18" Type="http://schemas.openxmlformats.org/officeDocument/2006/relationships/tags" Target="../tags/tag141.xml"/><Relationship Id="rId17" Type="http://schemas.openxmlformats.org/officeDocument/2006/relationships/tags" Target="../tags/tag140.xml"/><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tags" Target="../tags/tag150.xml"/><Relationship Id="rId2" Type="http://schemas.openxmlformats.org/officeDocument/2006/relationships/tags" Target="../tags/tag149.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tags" Target="../tags/tag154.xml"/><Relationship Id="rId2" Type="http://schemas.openxmlformats.org/officeDocument/2006/relationships/tags" Target="../tags/tag153.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tags" Target="../tags/tag158.xml"/><Relationship Id="rId2" Type="http://schemas.openxmlformats.org/officeDocument/2006/relationships/tags" Target="../tags/tag15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tags" Target="../tags/tag160.xml"/><Relationship Id="rId2" Type="http://schemas.openxmlformats.org/officeDocument/2006/relationships/tags" Target="../tags/tag159.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tags" Target="../tags/tag162.xml"/><Relationship Id="rId2" Type="http://schemas.openxmlformats.org/officeDocument/2006/relationships/tags" Target="../tags/tag161.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tags" Target="../tags/tag166.xml"/><Relationship Id="rId2" Type="http://schemas.openxmlformats.org/officeDocument/2006/relationships/tags" Target="../tags/tag165.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tags" Target="../tags/tag174.xml"/><Relationship Id="rId8" Type="http://schemas.openxmlformats.org/officeDocument/2006/relationships/tags" Target="../tags/tag173.xml"/><Relationship Id="rId7" Type="http://schemas.openxmlformats.org/officeDocument/2006/relationships/tags" Target="../tags/tag172.xml"/><Relationship Id="rId6" Type="http://schemas.openxmlformats.org/officeDocument/2006/relationships/tags" Target="../tags/tag171.xml"/><Relationship Id="rId5" Type="http://schemas.openxmlformats.org/officeDocument/2006/relationships/tags" Target="../tags/tag170.xml"/><Relationship Id="rId4" Type="http://schemas.openxmlformats.org/officeDocument/2006/relationships/tags" Target="../tags/tag169.xml"/><Relationship Id="rId3" Type="http://schemas.openxmlformats.org/officeDocument/2006/relationships/tags" Target="../tags/tag168.xml"/><Relationship Id="rId26" Type="http://schemas.openxmlformats.org/officeDocument/2006/relationships/notesSlide" Target="../notesSlides/notesSlide11.xml"/><Relationship Id="rId25" Type="http://schemas.openxmlformats.org/officeDocument/2006/relationships/slideLayout" Target="../slideLayouts/slideLayout12.xml"/><Relationship Id="rId24" Type="http://schemas.openxmlformats.org/officeDocument/2006/relationships/tags" Target="../tags/tag189.xml"/><Relationship Id="rId23" Type="http://schemas.openxmlformats.org/officeDocument/2006/relationships/tags" Target="../tags/tag188.xml"/><Relationship Id="rId22" Type="http://schemas.openxmlformats.org/officeDocument/2006/relationships/tags" Target="../tags/tag187.xml"/><Relationship Id="rId21" Type="http://schemas.openxmlformats.org/officeDocument/2006/relationships/tags" Target="../tags/tag186.xml"/><Relationship Id="rId20" Type="http://schemas.openxmlformats.org/officeDocument/2006/relationships/tags" Target="../tags/tag185.xml"/><Relationship Id="rId2" Type="http://schemas.openxmlformats.org/officeDocument/2006/relationships/tags" Target="../tags/tag167.xml"/><Relationship Id="rId19" Type="http://schemas.openxmlformats.org/officeDocument/2006/relationships/tags" Target="../tags/tag184.xml"/><Relationship Id="rId18" Type="http://schemas.openxmlformats.org/officeDocument/2006/relationships/tags" Target="../tags/tag183.xml"/><Relationship Id="rId17" Type="http://schemas.openxmlformats.org/officeDocument/2006/relationships/tags" Target="../tags/tag182.xml"/><Relationship Id="rId16" Type="http://schemas.openxmlformats.org/officeDocument/2006/relationships/tags" Target="../tags/tag181.xml"/><Relationship Id="rId15" Type="http://schemas.openxmlformats.org/officeDocument/2006/relationships/tags" Target="../tags/tag180.xml"/><Relationship Id="rId14" Type="http://schemas.openxmlformats.org/officeDocument/2006/relationships/tags" Target="../tags/tag179.xml"/><Relationship Id="rId13" Type="http://schemas.openxmlformats.org/officeDocument/2006/relationships/tags" Target="../tags/tag178.xml"/><Relationship Id="rId12" Type="http://schemas.openxmlformats.org/officeDocument/2006/relationships/tags" Target="../tags/tag177.xml"/><Relationship Id="rId11" Type="http://schemas.openxmlformats.org/officeDocument/2006/relationships/tags" Target="../tags/tag176.xml"/><Relationship Id="rId10" Type="http://schemas.openxmlformats.org/officeDocument/2006/relationships/tags" Target="../tags/tag175.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0" y="0"/>
            <a:ext cx="12160885" cy="6857365"/>
          </a:xfrm>
          <a:prstGeom prst="rect">
            <a:avLst/>
          </a:prstGeom>
        </p:spPr>
      </p:pic>
      <p:sp>
        <p:nvSpPr>
          <p:cNvPr id="19" name="文本框 18"/>
          <p:cNvSpPr txBox="1"/>
          <p:nvPr>
            <p:custDataLst>
              <p:tags r:id="rId2"/>
            </p:custDataLst>
          </p:nvPr>
        </p:nvSpPr>
        <p:spPr>
          <a:xfrm>
            <a:off x="1724025" y="3028950"/>
            <a:ext cx="9058910" cy="1014730"/>
          </a:xfrm>
          <a:prstGeom prst="rect">
            <a:avLst/>
          </a:prstGeom>
          <a:noFill/>
        </p:spPr>
        <p:txBody>
          <a:bodyPr wrap="square" rtlCol="0" anchor="t">
            <a:spAutoFit/>
          </a:bodyPr>
          <a:p>
            <a:pPr algn="ctr"/>
            <a:r>
              <a:rPr lang="en-US" altLang="zh-CN" sz="6000">
                <a:solidFill>
                  <a:schemeClr val="accent6"/>
                </a:solidFill>
                <a:effectLst/>
                <a:latin typeface="Inter Black" panose="02000503000000020004" charset="0"/>
                <a:ea typeface="Inter Black" panose="02000503000000020004" charset="0"/>
                <a:cs typeface="Inter Black" panose="02000503000000020004" charset="0"/>
              </a:rPr>
              <a:t>Travel Cost Estimator</a:t>
            </a:r>
            <a:endParaRPr lang="en-US" altLang="zh-CN" sz="6000">
              <a:solidFill>
                <a:schemeClr val="accent6"/>
              </a:solidFill>
              <a:effectLst/>
              <a:latin typeface="Inter Black" panose="02000503000000020004" charset="0"/>
              <a:ea typeface="Inter Black" panose="02000503000000020004" charset="0"/>
              <a:cs typeface="Inter Black" panose="02000503000000020004" charset="0"/>
            </a:endParaRPr>
          </a:p>
        </p:txBody>
      </p:sp>
      <p:sp>
        <p:nvSpPr>
          <p:cNvPr id="20" name="文本框 19"/>
          <p:cNvSpPr txBox="1"/>
          <p:nvPr>
            <p:custDataLst>
              <p:tags r:id="rId3"/>
            </p:custDataLst>
          </p:nvPr>
        </p:nvSpPr>
        <p:spPr>
          <a:xfrm>
            <a:off x="2414270" y="1075055"/>
            <a:ext cx="7365365" cy="1938020"/>
          </a:xfrm>
          <a:prstGeom prst="rect">
            <a:avLst/>
          </a:prstGeom>
          <a:noFill/>
        </p:spPr>
        <p:txBody>
          <a:bodyPr wrap="square" rtlCol="0" anchor="t">
            <a:spAutoFit/>
          </a:bodyPr>
          <a:p>
            <a:pPr algn="ctr"/>
            <a:r>
              <a:rPr lang="en-US" altLang="zh-CN" sz="6000">
                <a:ln>
                  <a:noFill/>
                </a:ln>
                <a:solidFill>
                  <a:schemeClr val="bg1"/>
                </a:solidFill>
                <a:effectLst/>
                <a:latin typeface="Inter Black" panose="02000503000000020004" charset="0"/>
                <a:ea typeface="Inter Black" panose="02000503000000020004" charset="0"/>
                <a:cs typeface="Inter Black" panose="02000503000000020004" charset="0"/>
              </a:rPr>
              <a:t>Information Retreival Project</a:t>
            </a:r>
            <a:endParaRPr lang="en-US" altLang="zh-CN" sz="6000">
              <a:ln>
                <a:noFill/>
              </a:ln>
              <a:solidFill>
                <a:schemeClr val="bg1"/>
              </a:solidFill>
              <a:effectLst/>
              <a:latin typeface="Inter Black" panose="02000503000000020004" charset="0"/>
              <a:ea typeface="Inter Black" panose="02000503000000020004" charset="0"/>
              <a:cs typeface="Inter Black" panose="02000503000000020004" charset="0"/>
            </a:endParaRPr>
          </a:p>
        </p:txBody>
      </p:sp>
      <p:sp>
        <p:nvSpPr>
          <p:cNvPr id="22" name="任意多边形: 形状 14"/>
          <p:cNvSpPr/>
          <p:nvPr>
            <p:custDataLst>
              <p:tags r:id="rId4"/>
            </p:custDataLst>
          </p:nvPr>
        </p:nvSpPr>
        <p:spPr>
          <a:xfrm>
            <a:off x="2377516" y="4206476"/>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38100">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159" name="任意多边形: 形状 158"/>
          <p:cNvSpPr/>
          <p:nvPr/>
        </p:nvSpPr>
        <p:spPr>
          <a:xfrm>
            <a:off x="4629150" y="4827270"/>
            <a:ext cx="2934335" cy="559435"/>
          </a:xfrm>
          <a:custGeom>
            <a:avLst/>
            <a:gdLst>
              <a:gd name="connsiteX0" fmla="*/ 0 w 2880000"/>
              <a:gd name="connsiteY0" fmla="*/ 0 h 3600000"/>
              <a:gd name="connsiteX1" fmla="*/ 882815 w 2880000"/>
              <a:gd name="connsiteY1" fmla="*/ 0 h 3600000"/>
              <a:gd name="connsiteX2" fmla="*/ 942863 w 2880000"/>
              <a:gd name="connsiteY2" fmla="*/ 60048 h 3600000"/>
              <a:gd name="connsiteX3" fmla="*/ 1902766 w 2880000"/>
              <a:gd name="connsiteY3" fmla="*/ 60048 h 3600000"/>
              <a:gd name="connsiteX4" fmla="*/ 1962813 w 2880000"/>
              <a:gd name="connsiteY4" fmla="*/ 0 h 3600000"/>
              <a:gd name="connsiteX5" fmla="*/ 2880000 w 2880000"/>
              <a:gd name="connsiteY5" fmla="*/ 0 h 3600000"/>
              <a:gd name="connsiteX6" fmla="*/ 2880000 w 2880000"/>
              <a:gd name="connsiteY6" fmla="*/ 3600000 h 3600000"/>
              <a:gd name="connsiteX7" fmla="*/ 1957099 w 2880000"/>
              <a:gd name="connsiteY7" fmla="*/ 3600000 h 3600000"/>
              <a:gd name="connsiteX8" fmla="*/ 1902766 w 2880000"/>
              <a:gd name="connsiteY8" fmla="*/ 3545666 h 3600000"/>
              <a:gd name="connsiteX9" fmla="*/ 942863 w 2880000"/>
              <a:gd name="connsiteY9" fmla="*/ 3545666 h 3600000"/>
              <a:gd name="connsiteX10" fmla="*/ 888529 w 2880000"/>
              <a:gd name="connsiteY10" fmla="*/ 3600000 h 3600000"/>
              <a:gd name="connsiteX11" fmla="*/ 0 w 2880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000" h="3600000">
                <a:moveTo>
                  <a:pt x="0" y="0"/>
                </a:moveTo>
                <a:lnTo>
                  <a:pt x="882815" y="0"/>
                </a:lnTo>
                <a:lnTo>
                  <a:pt x="942863" y="60048"/>
                </a:lnTo>
                <a:lnTo>
                  <a:pt x="1902766" y="60048"/>
                </a:lnTo>
                <a:lnTo>
                  <a:pt x="1962813" y="0"/>
                </a:lnTo>
                <a:lnTo>
                  <a:pt x="2880000" y="0"/>
                </a:lnTo>
                <a:lnTo>
                  <a:pt x="2880000" y="3600000"/>
                </a:lnTo>
                <a:lnTo>
                  <a:pt x="1957099" y="3600000"/>
                </a:lnTo>
                <a:lnTo>
                  <a:pt x="1902766" y="3545666"/>
                </a:lnTo>
                <a:lnTo>
                  <a:pt x="942863" y="3545666"/>
                </a:lnTo>
                <a:lnTo>
                  <a:pt x="888529" y="3600000"/>
                </a:lnTo>
                <a:lnTo>
                  <a:pt x="0" y="3600000"/>
                </a:lnTo>
                <a:close/>
              </a:path>
            </a:pathLst>
          </a:custGeom>
          <a:gradFill>
            <a:gsLst>
              <a:gs pos="0">
                <a:schemeClr val="accent1"/>
              </a:gs>
              <a:gs pos="75000">
                <a:schemeClr val="accent1">
                  <a:alpha val="0"/>
                </a:schemeClr>
              </a:gs>
              <a:gs pos="94000">
                <a:schemeClr val="accent1"/>
              </a:gs>
              <a:gs pos="25000">
                <a:schemeClr val="accent1">
                  <a:alpha val="0"/>
                </a:schemeClr>
              </a:gs>
            </a:gsLst>
            <a:lin ang="0" scaled="0"/>
          </a:gradFill>
          <a:ln w="19050">
            <a:gradFill>
              <a:gsLst>
                <a:gs pos="0">
                  <a:schemeClr val="accent6"/>
                </a:gs>
                <a:gs pos="100000">
                  <a:schemeClr val="accent1"/>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cs typeface="Inter" panose="02000503000000020004" charset="0"/>
            </a:endParaRPr>
          </a:p>
        </p:txBody>
      </p:sp>
      <p:sp>
        <p:nvSpPr>
          <p:cNvPr id="23" name="文本框 22"/>
          <p:cNvSpPr txBox="1"/>
          <p:nvPr>
            <p:custDataLst>
              <p:tags r:id="rId5"/>
            </p:custDataLst>
          </p:nvPr>
        </p:nvSpPr>
        <p:spPr>
          <a:xfrm>
            <a:off x="4629150" y="4827270"/>
            <a:ext cx="3785870" cy="583565"/>
          </a:xfrm>
          <a:prstGeom prst="rect">
            <a:avLst/>
          </a:prstGeom>
          <a:noFill/>
        </p:spPr>
        <p:txBody>
          <a:bodyPr wrap="square" rtlCol="0">
            <a:spAutoFit/>
          </a:bodyPr>
          <a:p>
            <a:pPr algn="l"/>
            <a:r>
              <a:rPr lang="en-US" altLang="zh-CN" sz="1600" dirty="0">
                <a:solidFill>
                  <a:schemeClr val="lt2"/>
                </a:solidFill>
                <a:latin typeface="Inter Black" panose="02000503000000020004" charset="0"/>
                <a:ea typeface="Inter Black" panose="02000503000000020004" charset="0"/>
                <a:cs typeface="Inter" panose="02000503000000020004" charset="0"/>
              </a:rPr>
              <a:t>Prof: Dr. Moataz Samy</a:t>
            </a:r>
            <a:endParaRPr lang="en-US" altLang="zh-CN" sz="1600" dirty="0">
              <a:solidFill>
                <a:schemeClr val="lt2"/>
              </a:solidFill>
              <a:latin typeface="Inter Black" panose="02000503000000020004" charset="0"/>
              <a:ea typeface="Inter Black" panose="02000503000000020004" charset="0"/>
              <a:cs typeface="Inter" panose="02000503000000020004" charset="0"/>
            </a:endParaRPr>
          </a:p>
          <a:p>
            <a:pPr algn="l"/>
            <a:r>
              <a:rPr lang="en-US" altLang="zh-CN" sz="1600" dirty="0">
                <a:solidFill>
                  <a:schemeClr val="lt2"/>
                </a:solidFill>
                <a:latin typeface="Inter Black" panose="02000503000000020004" charset="0"/>
                <a:ea typeface="Inter Black" panose="02000503000000020004" charset="0"/>
                <a:cs typeface="Inter" panose="02000503000000020004" charset="0"/>
              </a:rPr>
              <a:t>TA: Eng. Sohaila </a:t>
            </a:r>
            <a:endParaRPr lang="en-US" altLang="zh-CN" sz="1600" dirty="0">
              <a:solidFill>
                <a:schemeClr val="lt2"/>
              </a:solidFill>
              <a:latin typeface="Inter Black" panose="02000503000000020004" charset="0"/>
              <a:ea typeface="Inter Black" panose="02000503000000020004" charset="0"/>
              <a:cs typeface="Inter" panose="02000503000000020004" charset="0"/>
            </a:endParaRPr>
          </a:p>
        </p:txBody>
      </p:sp>
      <p:sp>
        <p:nvSpPr>
          <p:cNvPr id="41" name="任意多边形: 形状 138"/>
          <p:cNvSpPr/>
          <p:nvPr>
            <p:custDataLst>
              <p:tags r:id="rId6"/>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grpSp>
        <p:nvGrpSpPr>
          <p:cNvPr id="12" name="组合 11"/>
          <p:cNvGrpSpPr/>
          <p:nvPr/>
        </p:nvGrpSpPr>
        <p:grpSpPr>
          <a:xfrm>
            <a:off x="719455" y="680720"/>
            <a:ext cx="2407920" cy="501650"/>
            <a:chOff x="1133" y="1072"/>
            <a:chExt cx="3792" cy="910"/>
          </a:xfrm>
        </p:grpSpPr>
        <p:sp>
          <p:nvSpPr>
            <p:cNvPr id="16" name="平行四边形 15"/>
            <p:cNvSpPr/>
            <p:nvPr>
              <p:custDataLst>
                <p:tags r:id="rId7"/>
              </p:custDataLst>
            </p:nvPr>
          </p:nvSpPr>
          <p:spPr>
            <a:xfrm>
              <a:off x="1403" y="1216"/>
              <a:ext cx="3361" cy="640"/>
            </a:xfrm>
            <a:prstGeom prst="parallelogram">
              <a:avLst>
                <a:gd name="adj" fmla="val 82143"/>
              </a:avLst>
            </a:prstGeom>
            <a:gradFill>
              <a:gsLst>
                <a:gs pos="0">
                  <a:srgbClr val="4675FC"/>
                </a:gs>
                <a:gs pos="100000">
                  <a:srgbClr val="4675FC">
                    <a:alpha val="0"/>
                  </a:srgbClr>
                </a:gs>
              </a:gsLst>
              <a:lin ang="18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2" name="平行四边形 1"/>
            <p:cNvSpPr/>
            <p:nvPr>
              <p:custDataLst>
                <p:tags r:id="rId8"/>
              </p:custDataLst>
            </p:nvPr>
          </p:nvSpPr>
          <p:spPr>
            <a:xfrm>
              <a:off x="1133" y="1072"/>
              <a:ext cx="3792" cy="910"/>
            </a:xfrm>
            <a:prstGeom prst="parallelogram">
              <a:avLst>
                <a:gd name="adj" fmla="val 82143"/>
              </a:avLst>
            </a:prstGeom>
            <a:noFill/>
            <a:ln w="12700">
              <a:gradFill flip="none" rotWithShape="1">
                <a:gsLst>
                  <a:gs pos="36000">
                    <a:schemeClr val="accent1"/>
                  </a:gs>
                  <a:gs pos="75000">
                    <a:schemeClr val="accent1">
                      <a:alpha val="0"/>
                    </a:schemeClr>
                  </a:gs>
                </a:gsLst>
                <a:lin ang="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5" name="任意多边形: 形状 21"/>
          <p:cNvSpPr/>
          <p:nvPr>
            <p:custDataLst>
              <p:tags r:id="rId9"/>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10"/>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11"/>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2"/>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6200000">
            <a:off x="11279505" y="749082"/>
            <a:ext cx="252730" cy="375920"/>
            <a:chOff x="17336" y="1136"/>
            <a:chExt cx="466" cy="911"/>
          </a:xfrm>
          <a:solidFill>
            <a:srgbClr val="2CF5FC"/>
          </a:solidFill>
        </p:grpSpPr>
        <p:sp>
          <p:nvSpPr>
            <p:cNvPr id="14" name="矩形 13"/>
            <p:cNvSpPr/>
            <p:nvPr>
              <p:custDataLst>
                <p:tags r:id="rId13"/>
              </p:custDataLst>
            </p:nvPr>
          </p:nvSpPr>
          <p:spPr>
            <a:xfrm>
              <a:off x="17448" y="1136"/>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0" name="矩形 39"/>
            <p:cNvSpPr/>
            <p:nvPr>
              <p:custDataLst>
                <p:tags r:id="rId14"/>
              </p:custDataLst>
            </p:nvPr>
          </p:nvSpPr>
          <p:spPr>
            <a:xfrm>
              <a:off x="17448" y="1532"/>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2" name="矩形 41"/>
            <p:cNvSpPr/>
            <p:nvPr>
              <p:custDataLst>
                <p:tags r:id="rId15"/>
              </p:custDataLst>
            </p:nvPr>
          </p:nvSpPr>
          <p:spPr>
            <a:xfrm>
              <a:off x="17336" y="1334"/>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3" name="矩形 42"/>
            <p:cNvSpPr/>
            <p:nvPr>
              <p:custDataLst>
                <p:tags r:id="rId16"/>
              </p:custDataLst>
            </p:nvPr>
          </p:nvSpPr>
          <p:spPr>
            <a:xfrm>
              <a:off x="17336" y="1729"/>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4" name="矩形 43"/>
            <p:cNvSpPr/>
            <p:nvPr>
              <p:custDataLst>
                <p:tags r:id="rId17"/>
              </p:custDataLst>
            </p:nvPr>
          </p:nvSpPr>
          <p:spPr>
            <a:xfrm>
              <a:off x="17448" y="1927"/>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gr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18"/>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19"/>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20"/>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21"/>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55" name="半闭框 54"/>
          <p:cNvSpPr/>
          <p:nvPr/>
        </p:nvSpPr>
        <p:spPr>
          <a:xfrm rot="10800000" flipH="1" flipV="1">
            <a:off x="4577154" y="47769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7279714" y="509956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47" name="矩形 46"/>
          <p:cNvSpPr/>
          <p:nvPr>
            <p:custDataLst>
              <p:tags r:id="rId22"/>
            </p:custDataLst>
          </p:nvPr>
        </p:nvSpPr>
        <p:spPr>
          <a:xfrm>
            <a:off x="11586845" y="5439410"/>
            <a:ext cx="76200" cy="4394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8" name="矩形 47"/>
          <p:cNvSpPr/>
          <p:nvPr>
            <p:custDataLst>
              <p:tags r:id="rId23"/>
            </p:custDataLst>
          </p:nvPr>
        </p:nvSpPr>
        <p:spPr>
          <a:xfrm flipH="1">
            <a:off x="11461750" y="5718175"/>
            <a:ext cx="150495" cy="160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9" name="矩形 48"/>
          <p:cNvSpPr/>
          <p:nvPr>
            <p:custDataLst>
              <p:tags r:id="rId24"/>
            </p:custDataLst>
          </p:nvPr>
        </p:nvSpPr>
        <p:spPr>
          <a:xfrm flipH="1">
            <a:off x="11430635" y="5520690"/>
            <a:ext cx="85725" cy="914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6" name="Text Box 5"/>
          <p:cNvSpPr txBox="1"/>
          <p:nvPr/>
        </p:nvSpPr>
        <p:spPr>
          <a:xfrm>
            <a:off x="565150" y="4402455"/>
            <a:ext cx="4064000" cy="1476375"/>
          </a:xfrm>
          <a:prstGeom prst="rect">
            <a:avLst/>
          </a:prstGeom>
          <a:noFill/>
        </p:spPr>
        <p:txBody>
          <a:bodyPr wrap="square" rtlCol="0">
            <a:spAutoFit/>
          </a:bodyPr>
          <a:p>
            <a:r>
              <a:rPr lang="en-US">
                <a:solidFill>
                  <a:schemeClr val="bg1"/>
                </a:solidFill>
                <a:latin typeface="Arial Black" panose="020B0A04020102020204" charset="0"/>
                <a:cs typeface="Arial Black" panose="020B0A04020102020204" charset="0"/>
              </a:rPr>
              <a:t>Ibrahim Hafez - </a:t>
            </a:r>
            <a:r>
              <a:rPr lang="en-US" altLang="en-US">
                <a:solidFill>
                  <a:schemeClr val="bg1"/>
                </a:solidFill>
                <a:latin typeface="Arial Black" panose="020B0A04020102020204" charset="0"/>
                <a:cs typeface="Arial Black" panose="020B0A04020102020204" charset="0"/>
              </a:rPr>
              <a:t>247403</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Mohamed Ramadan - 247247</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Ahmed Mohamed - 225119</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Omar Mohamed - 249153</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Yousef Tarek - 240190</a:t>
            </a:r>
            <a:endParaRPr lang="en-US" altLang="en-US">
              <a:solidFill>
                <a:schemeClr val="bg1"/>
              </a:solidFill>
              <a:latin typeface="Arial Black" panose="020B0A04020102020204" charset="0"/>
              <a:cs typeface="Arial Black" panose="020B0A04020102020204" charset="0"/>
            </a:endParaRPr>
          </a:p>
        </p:txBody>
      </p:sp>
    </p:spTree>
    <p:custDataLst>
      <p:tags r:id="rId25"/>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Problem Statement</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339850"/>
            <a:ext cx="9647555" cy="4916170"/>
          </a:xfrm>
          <a:prstGeom prst="rect">
            <a:avLst/>
          </a:prstGeom>
          <a:noFill/>
        </p:spPr>
        <p:txBody>
          <a:bodyPr wrap="square" rtlCol="0">
            <a:noAutofit/>
          </a:bodyPr>
          <a:p>
            <a:r>
              <a:rPr lang="en-US" altLang="en-US" sz="2800">
                <a:solidFill>
                  <a:schemeClr val="bg1"/>
                </a:solidFill>
                <a:latin typeface="Arial Black" panose="020B0A04020102020204" charset="0"/>
                <a:cs typeface="Arial Black" panose="020B0A04020102020204" charset="0"/>
              </a:rPr>
              <a:t>Planning a trip budget is hard because prices for flights and hotels constantly change depending on how many people are booking at that moment. Because of this , the final cost of a vacation is a moving target that is very difficult to predict accurately until you are actually ready to pay.</a:t>
            </a:r>
            <a:endParaRPr lang="en-US" altLang="en-US" sz="2800">
              <a:solidFill>
                <a:schemeClr val="bg1"/>
              </a:solidFill>
              <a:latin typeface="Arial Black" panose="020B0A04020102020204" charset="0"/>
              <a:cs typeface="Arial Black" panose="020B0A04020102020204"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Project Objective </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339850"/>
            <a:ext cx="9647555" cy="4916170"/>
          </a:xfrm>
          <a:prstGeom prst="rect">
            <a:avLst/>
          </a:prstGeom>
          <a:noFill/>
        </p:spPr>
        <p:txBody>
          <a:bodyPr wrap="square" rtlCol="0">
            <a:noAutofit/>
          </a:bodyPr>
          <a:p>
            <a:r>
              <a:rPr lang="en-US" altLang="en-US" sz="2800">
                <a:solidFill>
                  <a:schemeClr val="bg1"/>
                </a:solidFill>
                <a:latin typeface="Arial Black" panose="020B0A04020102020204" charset="0"/>
                <a:cs typeface="Arial Black" panose="020B0A04020102020204" charset="0"/>
              </a:rPr>
              <a:t>The goal of this project is to create a tool that takes the guesswork out of travel planning by using live information. The system will automatically go online to scrape the most current flight prices directly from the web. It will then analyze that data to find patterns like which days are cheapest to fly and use these numbers to calculate an accurate, reliable budget for your entire trip.</a:t>
            </a:r>
            <a:endParaRPr lang="en-US" altLang="en-US" sz="2800">
              <a:solidFill>
                <a:schemeClr val="bg1"/>
              </a:solidFill>
              <a:latin typeface="Arial Black" panose="020B0A04020102020204" charset="0"/>
              <a:cs typeface="Arial Black" panose="020B0A04020102020204"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Data Collection</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339850"/>
            <a:ext cx="9647555" cy="4916170"/>
          </a:xfrm>
          <a:prstGeom prst="rect">
            <a:avLst/>
          </a:prstGeom>
          <a:noFill/>
        </p:spPr>
        <p:txBody>
          <a:bodyPr wrap="square" rtlCol="0">
            <a:noAutofit/>
          </a:bodyPr>
          <a:p>
            <a:r>
              <a:rPr sz="4000">
                <a:solidFill>
                  <a:schemeClr val="bg1"/>
                </a:solidFill>
                <a:latin typeface="Arial Black" panose="020B0A04020102020204" charset="0"/>
                <a:cs typeface="Arial Black" panose="020B0A04020102020204" charset="0"/>
                <a:sym typeface="+mn-ea"/>
              </a:rPr>
              <a:t>• Selenium Web Scraping</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Multi-route crawling</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Multi-date extraction</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Kayak flight pages</a:t>
            </a:r>
            <a:endParaRPr lang="en-US" altLang="en-US" sz="4000">
              <a:solidFill>
                <a:schemeClr val="bg1"/>
              </a:solidFill>
              <a:latin typeface="Arial Black" panose="020B0A04020102020204" charset="0"/>
              <a:cs typeface="Arial Black" panose="020B0A04020102020204" charset="0"/>
              <a:sym typeface="+mn-ea"/>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Data Processing</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339850"/>
            <a:ext cx="9647555" cy="4916170"/>
          </a:xfrm>
          <a:prstGeom prst="rect">
            <a:avLst/>
          </a:prstGeom>
          <a:noFill/>
        </p:spPr>
        <p:txBody>
          <a:bodyPr wrap="square" rtlCol="0">
            <a:noAutofit/>
          </a:bodyPr>
          <a:p>
            <a:r>
              <a:rPr sz="4000">
                <a:solidFill>
                  <a:schemeClr val="bg1"/>
                </a:solidFill>
                <a:latin typeface="Arial Black" panose="020B0A04020102020204" charset="0"/>
                <a:cs typeface="Arial Black" panose="020B0A04020102020204" charset="0"/>
                <a:sym typeface="+mn-ea"/>
              </a:rPr>
              <a:t>• Remove duplicates</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Clean prices</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Filter invalid values</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Structured dataset creation</a:t>
            </a:r>
            <a:endParaRPr lang="en-US" altLang="en-US" sz="4000">
              <a:solidFill>
                <a:schemeClr val="bg1"/>
              </a:solidFill>
              <a:latin typeface="Arial Black" panose="020B0A04020102020204" charset="0"/>
              <a:cs typeface="Arial Black" panose="020B0A04020102020204" charset="0"/>
              <a:sym typeface="+mn-ea"/>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Feature Engineering</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048385"/>
            <a:ext cx="9647555" cy="4916170"/>
          </a:xfrm>
          <a:prstGeom prst="rect">
            <a:avLst/>
          </a:prstGeom>
          <a:noFill/>
        </p:spPr>
        <p:txBody>
          <a:bodyPr wrap="square" rtlCol="0">
            <a:noAutofit/>
          </a:bodyPr>
          <a:p>
            <a:r>
              <a:rPr sz="4000">
                <a:solidFill>
                  <a:schemeClr val="bg1"/>
                </a:solidFill>
                <a:latin typeface="Arial Black" panose="020B0A04020102020204" charset="0"/>
                <a:cs typeface="Arial Black" panose="020B0A04020102020204" charset="0"/>
                <a:sym typeface="+mn-ea"/>
              </a:rPr>
              <a:t>• Flight price</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Tax calculation</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Total cost</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Budget classification</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Affordability score</a:t>
            </a:r>
            <a:endParaRPr lang="en-US" altLang="en-US" sz="4000">
              <a:solidFill>
                <a:schemeClr val="bg1"/>
              </a:solidFill>
              <a:latin typeface="Arial Black" panose="020B0A04020102020204" charset="0"/>
              <a:cs typeface="Arial Black" panose="020B0A04020102020204" charset="0"/>
              <a:sym typeface="+mn-ea"/>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398780"/>
          </a:xfrm>
          <a:prstGeom prst="rect">
            <a:avLst/>
          </a:prstGeom>
          <a:noFill/>
        </p:spPr>
        <p:txBody>
          <a:bodyPr wrap="square" rtlCol="0">
            <a:spAutoFit/>
          </a:bodyPr>
          <a:p>
            <a:pPr algn="ctr"/>
            <a:r>
              <a:rPr lang="en-US" altLang="zh-CN" sz="2000">
                <a:solidFill>
                  <a:schemeClr val="accent6"/>
                </a:solidFill>
                <a:effectLst/>
                <a:latin typeface="Inter Black" panose="02000503000000020004" charset="0"/>
                <a:ea typeface="Inter Black" panose="02000503000000020004" charset="0"/>
                <a:cs typeface="Inter Black" panose="02000503000000020004" charset="0"/>
                <a:sym typeface="+mn-ea"/>
              </a:rPr>
              <a:t>Exploratory Data Analysis</a:t>
            </a:r>
            <a:endParaRPr lang="zh-CN" altLang="en-US" sz="20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048385"/>
            <a:ext cx="9647555" cy="4916170"/>
          </a:xfrm>
          <a:prstGeom prst="rect">
            <a:avLst/>
          </a:prstGeom>
          <a:noFill/>
        </p:spPr>
        <p:txBody>
          <a:bodyPr wrap="square" rtlCol="0">
            <a:noAutofit/>
          </a:bodyPr>
          <a:p>
            <a:r>
              <a:rPr sz="4000">
                <a:solidFill>
                  <a:schemeClr val="bg1"/>
                </a:solidFill>
                <a:latin typeface="Arial Black" panose="020B0A04020102020204" charset="0"/>
                <a:cs typeface="Arial Black" panose="020B0A04020102020204" charset="0"/>
                <a:sym typeface="+mn-ea"/>
              </a:rPr>
              <a:t>• Mean price per destination</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Cheapest vs expensive cities</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Statistical summary</a:t>
            </a:r>
            <a:endParaRPr lang="en-US" altLang="en-US" sz="4000">
              <a:solidFill>
                <a:schemeClr val="bg1"/>
              </a:solidFill>
              <a:latin typeface="Arial Black" panose="020B0A04020102020204" charset="0"/>
              <a:cs typeface="Arial Black" panose="020B0A04020102020204" charset="0"/>
              <a:sym typeface="+mn-ea"/>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Data Visualization</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048385"/>
            <a:ext cx="9647555" cy="4916170"/>
          </a:xfrm>
          <a:prstGeom prst="rect">
            <a:avLst/>
          </a:prstGeom>
          <a:noFill/>
        </p:spPr>
        <p:txBody>
          <a:bodyPr wrap="square" rtlCol="0">
            <a:noAutofit/>
          </a:bodyPr>
          <a:p>
            <a:r>
              <a:rPr sz="4000">
                <a:solidFill>
                  <a:schemeClr val="bg1"/>
                </a:solidFill>
                <a:latin typeface="Arial Black" panose="020B0A04020102020204" charset="0"/>
                <a:cs typeface="Arial Black" panose="020B0A04020102020204" charset="0"/>
                <a:sym typeface="+mn-ea"/>
              </a:rPr>
              <a:t>• Bar chart for average prices</a:t>
            </a:r>
            <a:endParaRPr sz="4000">
              <a:solidFill>
                <a:schemeClr val="bg1"/>
              </a:solidFill>
              <a:latin typeface="Arial Black" panose="020B0A04020102020204" charset="0"/>
              <a:cs typeface="Arial Black" panose="020B0A04020102020204" charset="0"/>
              <a:sym typeface="+mn-ea"/>
            </a:endParaRPr>
          </a:p>
          <a:p>
            <a:endParaRPr sz="4000">
              <a:solidFill>
                <a:schemeClr val="bg1"/>
              </a:solidFill>
              <a:latin typeface="Arial Black" panose="020B0A04020102020204" charset="0"/>
              <a:cs typeface="Arial Black" panose="020B0A04020102020204" charset="0"/>
              <a:sym typeface="+mn-ea"/>
            </a:endParaRPr>
          </a:p>
          <a:p>
            <a:r>
              <a:rPr sz="4000">
                <a:solidFill>
                  <a:schemeClr val="bg1"/>
                </a:solidFill>
                <a:latin typeface="Arial Black" panose="020B0A04020102020204" charset="0"/>
                <a:cs typeface="Arial Black" panose="020B0A04020102020204" charset="0"/>
                <a:sym typeface="+mn-ea"/>
              </a:rPr>
              <a:t>• Destination comparison analysis</a:t>
            </a:r>
            <a:endParaRPr lang="en-US" altLang="en-US" sz="4000">
              <a:solidFill>
                <a:schemeClr val="bg1"/>
              </a:solidFill>
              <a:latin typeface="Arial Black" panose="020B0A04020102020204" charset="0"/>
              <a:cs typeface="Arial Black" panose="020B0A04020102020204" charset="0"/>
              <a:sym typeface="+mn-ea"/>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Results</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048385"/>
            <a:ext cx="9647555" cy="4916170"/>
          </a:xfrm>
          <a:prstGeom prst="rect">
            <a:avLst/>
          </a:prstGeom>
          <a:noFill/>
        </p:spPr>
        <p:txBody>
          <a:bodyPr wrap="square" rtlCol="0">
            <a:noAutofit/>
          </a:bodyPr>
          <a:p>
            <a:r>
              <a:rPr lang="en-US" altLang="en-US" sz="4000">
                <a:solidFill>
                  <a:schemeClr val="bg1"/>
                </a:solidFill>
                <a:latin typeface="Arial Black" panose="020B0A04020102020204" charset="0"/>
                <a:cs typeface="Arial Black" panose="020B0A04020102020204" charset="0"/>
                <a:sym typeface="+mn-ea"/>
              </a:rPr>
              <a:t>the system successfully created between 50 and 200 organized travel files including information like the destination , date , taxes , total cost , budget level, affordability score , and outliers. </a:t>
            </a:r>
            <a:endParaRPr lang="en-US" altLang="en-US" sz="4000">
              <a:solidFill>
                <a:schemeClr val="bg1"/>
              </a:solidFill>
              <a:latin typeface="Arial Black" panose="020B0A04020102020204" charset="0"/>
              <a:cs typeface="Arial Black" panose="020B0A04020102020204" charset="0"/>
              <a:sym typeface="+mn-ea"/>
            </a:endParaRPr>
          </a:p>
          <a:p>
            <a:endParaRPr lang="en-US" altLang="en-US" sz="4000">
              <a:solidFill>
                <a:schemeClr val="bg1"/>
              </a:solidFill>
              <a:latin typeface="Arial Black" panose="020B0A04020102020204" charset="0"/>
              <a:cs typeface="Arial Black" panose="020B0A04020102020204" charset="0"/>
              <a:sym typeface="+mn-ea"/>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17" name="图片 16" descr="VCG2112800586751"/>
          <p:cNvPicPr>
            <a:picLocks noChangeAspect="1"/>
          </p:cNvPicPr>
          <p:nvPr/>
        </p:nvPicPr>
        <p:blipFill>
          <a:blip r:embed="rId1">
            <a:alphaModFix amt="10000"/>
          </a:blip>
          <a:stretch>
            <a:fillRect/>
          </a:stretch>
        </p:blipFill>
        <p:spPr>
          <a:xfrm>
            <a:off x="0" y="0"/>
            <a:ext cx="12183110" cy="6858000"/>
          </a:xfrm>
          <a:prstGeom prst="rect">
            <a:avLst/>
          </a:prstGeom>
        </p:spPr>
      </p:pic>
      <p:sp>
        <p:nvSpPr>
          <p:cNvPr id="139" name="任意多边形: 形状 138"/>
          <p:cNvSpPr/>
          <p:nvPr>
            <p:custDataLst>
              <p:tags r:id="rId2"/>
            </p:custDataLst>
          </p:nvPr>
        </p:nvSpPr>
        <p:spPr>
          <a:xfrm rot="10800000">
            <a:off x="307658" y="793115"/>
            <a:ext cx="11576685" cy="576516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31750">
            <a:gradFill>
              <a:gsLst>
                <a:gs pos="0">
                  <a:schemeClr val="accent6">
                    <a:alpha val="0"/>
                    <a:lumMod val="0"/>
                    <a:lumOff val="100000"/>
                  </a:schemeClr>
                </a:gs>
                <a:gs pos="50000">
                  <a:schemeClr val="accent6"/>
                </a:gs>
                <a:gs pos="100000">
                  <a:schemeClr val="accent6">
                    <a:alpha val="0"/>
                  </a:schemeClr>
                </a:gs>
              </a:gsLst>
              <a:lin ang="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ln>
                <a:gradFill>
                  <a:gsLst>
                    <a:gs pos="0">
                      <a:srgbClr val="FFFFFF"/>
                    </a:gs>
                    <a:gs pos="51000">
                      <a:srgbClr val="FFFFFF"/>
                    </a:gs>
                  </a:gsLst>
                  <a:lin ang="5400000" scaled="0"/>
                </a:gradFill>
              </a:ln>
              <a:solidFill>
                <a:schemeClr val="lt1"/>
              </a:solidFill>
              <a:cs typeface="Inter" panose="02000503000000020004" charset="0"/>
            </a:endParaRPr>
          </a:p>
        </p:txBody>
      </p:sp>
      <p:sp>
        <p:nvSpPr>
          <p:cNvPr id="11" name="文本框 10"/>
          <p:cNvSpPr txBox="1"/>
          <p:nvPr/>
        </p:nvSpPr>
        <p:spPr>
          <a:xfrm>
            <a:off x="3712210" y="305435"/>
            <a:ext cx="4768215" cy="460375"/>
          </a:xfrm>
          <a:prstGeom prst="rect">
            <a:avLst/>
          </a:prstGeom>
          <a:noFill/>
        </p:spPr>
        <p:txBody>
          <a:bodyPr wrap="square" rtlCol="0">
            <a:spAutoFit/>
          </a:bodyPr>
          <a:p>
            <a:pPr algn="ctr"/>
            <a:r>
              <a:rPr lang="en-US" altLang="zh-CN" sz="2400">
                <a:solidFill>
                  <a:schemeClr val="accent6"/>
                </a:solidFill>
                <a:effectLst/>
                <a:latin typeface="Inter Black" panose="02000503000000020004" charset="0"/>
                <a:ea typeface="Inter Black" panose="02000503000000020004" charset="0"/>
                <a:cs typeface="Inter Black" panose="02000503000000020004" charset="0"/>
                <a:sym typeface="+mn-ea"/>
              </a:rPr>
              <a:t>Conclusion</a:t>
            </a:r>
            <a:endParaRPr lang="zh-CN" altLang="en-US" sz="2400" b="1">
              <a:solidFill>
                <a:schemeClr val="bg1"/>
              </a:solidFill>
              <a:latin typeface="Inter Black" panose="02000503000000020004" charset="0"/>
              <a:ea typeface="Inter Black" panose="02000503000000020004" charset="0"/>
              <a:cs typeface="Inter" panose="02000503000000020004" charset="0"/>
            </a:endParaRPr>
          </a:p>
        </p:txBody>
      </p:sp>
      <p:grpSp>
        <p:nvGrpSpPr>
          <p:cNvPr id="3" name="组合 2"/>
          <p:cNvGrpSpPr/>
          <p:nvPr/>
        </p:nvGrpSpPr>
        <p:grpSpPr>
          <a:xfrm rot="0">
            <a:off x="3374390" y="465455"/>
            <a:ext cx="878205" cy="196850"/>
            <a:chOff x="5272" y="688"/>
            <a:chExt cx="1383" cy="310"/>
          </a:xfrm>
        </p:grpSpPr>
        <p:sp>
          <p:nvSpPr>
            <p:cNvPr id="68" name="平行四边形 6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0" name="平行四边形 6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72" name="平行四边形 7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0" name="平行四边形 89"/>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2" name="平行四边形 91"/>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94" name="平行四边形 93"/>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grpSp>
        <p:nvGrpSpPr>
          <p:cNvPr id="4" name="组合 3"/>
          <p:cNvGrpSpPr/>
          <p:nvPr/>
        </p:nvGrpSpPr>
        <p:grpSpPr>
          <a:xfrm rot="0" flipH="1">
            <a:off x="7940040" y="465455"/>
            <a:ext cx="878205" cy="196850"/>
            <a:chOff x="5272" y="688"/>
            <a:chExt cx="1383" cy="310"/>
          </a:xfrm>
        </p:grpSpPr>
        <p:sp>
          <p:nvSpPr>
            <p:cNvPr id="8" name="平行四边形 7"/>
            <p:cNvSpPr/>
            <p:nvPr/>
          </p:nvSpPr>
          <p:spPr>
            <a:xfrm flipV="1">
              <a:off x="6137"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0" name="平行四边形 9"/>
            <p:cNvSpPr/>
            <p:nvPr/>
          </p:nvSpPr>
          <p:spPr>
            <a:xfrm flipV="1">
              <a:off x="5703"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2" name="平行四边形 11"/>
            <p:cNvSpPr/>
            <p:nvPr/>
          </p:nvSpPr>
          <p:spPr>
            <a:xfrm flipV="1">
              <a:off x="5272" y="718"/>
              <a:ext cx="497" cy="281"/>
            </a:xfrm>
            <a:prstGeom prst="parallelogram">
              <a:avLst>
                <a:gd name="adj" fmla="val 10184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3" name="平行四边形 12"/>
            <p:cNvSpPr/>
            <p:nvPr/>
          </p:nvSpPr>
          <p:spPr>
            <a:xfrm flipV="1">
              <a:off x="6159"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4" name="平行四边形 13"/>
            <p:cNvSpPr/>
            <p:nvPr/>
          </p:nvSpPr>
          <p:spPr>
            <a:xfrm flipV="1">
              <a:off x="5726"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15" name="平行四边形 14"/>
            <p:cNvSpPr/>
            <p:nvPr/>
          </p:nvSpPr>
          <p:spPr>
            <a:xfrm flipV="1">
              <a:off x="5294" y="688"/>
              <a:ext cx="497" cy="281"/>
            </a:xfrm>
            <a:prstGeom prst="parallelogram">
              <a:avLst>
                <a:gd name="adj" fmla="val 101842"/>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grpSp>
      <p:sp>
        <p:nvSpPr>
          <p:cNvPr id="2" name="Text Box 1"/>
          <p:cNvSpPr txBox="1"/>
          <p:nvPr/>
        </p:nvSpPr>
        <p:spPr>
          <a:xfrm>
            <a:off x="1304925" y="1048385"/>
            <a:ext cx="9647555" cy="4916170"/>
          </a:xfrm>
          <a:prstGeom prst="rect">
            <a:avLst/>
          </a:prstGeom>
          <a:noFill/>
        </p:spPr>
        <p:txBody>
          <a:bodyPr wrap="square" rtlCol="0">
            <a:noAutofit/>
          </a:bodyPr>
          <a:p>
            <a:r>
              <a:rPr sz="4000">
                <a:solidFill>
                  <a:schemeClr val="bg1"/>
                </a:solidFill>
                <a:latin typeface="Arial Black" panose="020B0A04020102020204" charset="0"/>
                <a:cs typeface="Arial Black" panose="020B0A04020102020204" charset="0"/>
                <a:sym typeface="+mn-ea"/>
              </a:rPr>
              <a:t>A complete travel intelligence pipeline combining scraping, processing, and analysis.</a:t>
            </a:r>
            <a:endParaRPr lang="en-US" altLang="en-US" sz="4000">
              <a:solidFill>
                <a:schemeClr val="bg1"/>
              </a:solidFill>
              <a:latin typeface="Arial Black" panose="020B0A04020102020204" charset="0"/>
              <a:cs typeface="Arial Black" panose="020B0A04020102020204" charset="0"/>
              <a:sym typeface="+mn-ea"/>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pic>
        <p:nvPicPr>
          <p:cNvPr id="52" name="图片 51" descr="VCG21128005867512"/>
          <p:cNvPicPr>
            <a:picLocks noChangeAspect="1"/>
          </p:cNvPicPr>
          <p:nvPr/>
        </p:nvPicPr>
        <p:blipFill>
          <a:blip r:embed="rId1">
            <a:alphaModFix amt="20000"/>
          </a:blip>
          <a:stretch>
            <a:fillRect/>
          </a:stretch>
        </p:blipFill>
        <p:spPr>
          <a:xfrm>
            <a:off x="0" y="0"/>
            <a:ext cx="12160885" cy="6857365"/>
          </a:xfrm>
          <a:prstGeom prst="rect">
            <a:avLst/>
          </a:prstGeom>
        </p:spPr>
      </p:pic>
      <p:sp>
        <p:nvSpPr>
          <p:cNvPr id="20" name="文本框 19"/>
          <p:cNvSpPr txBox="1"/>
          <p:nvPr>
            <p:custDataLst>
              <p:tags r:id="rId2"/>
            </p:custDataLst>
          </p:nvPr>
        </p:nvSpPr>
        <p:spPr>
          <a:xfrm>
            <a:off x="2414905" y="2740660"/>
            <a:ext cx="7365365" cy="1014730"/>
          </a:xfrm>
          <a:prstGeom prst="rect">
            <a:avLst/>
          </a:prstGeom>
          <a:noFill/>
        </p:spPr>
        <p:txBody>
          <a:bodyPr wrap="square" rtlCol="0" anchor="t">
            <a:spAutoFit/>
          </a:bodyPr>
          <a:p>
            <a:pPr algn="ctr"/>
            <a:r>
              <a:rPr lang="en-US" altLang="zh-CN" sz="6000">
                <a:ln>
                  <a:noFill/>
                </a:ln>
                <a:solidFill>
                  <a:schemeClr val="bg1"/>
                </a:solidFill>
                <a:effectLst/>
                <a:latin typeface="Inter Black" panose="02000503000000020004" charset="0"/>
                <a:ea typeface="Inter Black" panose="02000503000000020004" charset="0"/>
                <a:cs typeface="Inter Black" panose="02000503000000020004" charset="0"/>
              </a:rPr>
              <a:t>Thank You</a:t>
            </a:r>
            <a:endParaRPr lang="en-US" altLang="zh-CN" sz="6000">
              <a:ln>
                <a:noFill/>
              </a:ln>
              <a:solidFill>
                <a:schemeClr val="bg1"/>
              </a:solidFill>
              <a:effectLst/>
              <a:latin typeface="Inter Black" panose="02000503000000020004" charset="0"/>
              <a:ea typeface="Inter Black" panose="02000503000000020004" charset="0"/>
              <a:cs typeface="Inter Black" panose="02000503000000020004" charset="0"/>
            </a:endParaRPr>
          </a:p>
        </p:txBody>
      </p:sp>
      <p:sp>
        <p:nvSpPr>
          <p:cNvPr id="22" name="任意多边形: 形状 14"/>
          <p:cNvSpPr/>
          <p:nvPr>
            <p:custDataLst>
              <p:tags r:id="rId3"/>
            </p:custDataLst>
          </p:nvPr>
        </p:nvSpPr>
        <p:spPr>
          <a:xfrm>
            <a:off x="2377516" y="4206476"/>
            <a:ext cx="7438409" cy="110315"/>
          </a:xfrm>
          <a:custGeom>
            <a:avLst/>
            <a:gdLst>
              <a:gd name="connsiteX0" fmla="*/ 0 w 10926501"/>
              <a:gd name="connsiteY0" fmla="*/ 0 h 162045"/>
              <a:gd name="connsiteX1" fmla="*/ 3761772 w 10926501"/>
              <a:gd name="connsiteY1" fmla="*/ 0 h 162045"/>
              <a:gd name="connsiteX2" fmla="*/ 3923817 w 10926501"/>
              <a:gd name="connsiteY2" fmla="*/ 162045 h 162045"/>
              <a:gd name="connsiteX3" fmla="*/ 6979534 w 10926501"/>
              <a:gd name="connsiteY3" fmla="*/ 162045 h 162045"/>
              <a:gd name="connsiteX4" fmla="*/ 7141579 w 10926501"/>
              <a:gd name="connsiteY4" fmla="*/ 0 h 162045"/>
              <a:gd name="connsiteX5" fmla="*/ 10926501 w 10926501"/>
              <a:gd name="connsiteY5" fmla="*/ 0 h 162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926501" h="162045">
                <a:moveTo>
                  <a:pt x="0" y="0"/>
                </a:moveTo>
                <a:lnTo>
                  <a:pt x="3761772" y="0"/>
                </a:lnTo>
                <a:lnTo>
                  <a:pt x="3923817" y="162045"/>
                </a:lnTo>
                <a:lnTo>
                  <a:pt x="6979534" y="162045"/>
                </a:lnTo>
                <a:lnTo>
                  <a:pt x="7141579" y="0"/>
                </a:lnTo>
                <a:lnTo>
                  <a:pt x="10926501" y="0"/>
                </a:lnTo>
              </a:path>
            </a:pathLst>
          </a:custGeom>
          <a:noFill/>
          <a:ln w="38100">
            <a:gradFill>
              <a:gsLst>
                <a:gs pos="2000">
                  <a:schemeClr val="accent1">
                    <a:alpha val="0"/>
                  </a:schemeClr>
                </a:gs>
                <a:gs pos="50000">
                  <a:schemeClr val="accent1"/>
                </a:gs>
                <a:gs pos="100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159" name="任意多边形: 形状 158"/>
          <p:cNvSpPr/>
          <p:nvPr/>
        </p:nvSpPr>
        <p:spPr>
          <a:xfrm>
            <a:off x="4629150" y="4827270"/>
            <a:ext cx="2934335" cy="559435"/>
          </a:xfrm>
          <a:custGeom>
            <a:avLst/>
            <a:gdLst>
              <a:gd name="connsiteX0" fmla="*/ 0 w 2880000"/>
              <a:gd name="connsiteY0" fmla="*/ 0 h 3600000"/>
              <a:gd name="connsiteX1" fmla="*/ 882815 w 2880000"/>
              <a:gd name="connsiteY1" fmla="*/ 0 h 3600000"/>
              <a:gd name="connsiteX2" fmla="*/ 942863 w 2880000"/>
              <a:gd name="connsiteY2" fmla="*/ 60048 h 3600000"/>
              <a:gd name="connsiteX3" fmla="*/ 1902766 w 2880000"/>
              <a:gd name="connsiteY3" fmla="*/ 60048 h 3600000"/>
              <a:gd name="connsiteX4" fmla="*/ 1962813 w 2880000"/>
              <a:gd name="connsiteY4" fmla="*/ 0 h 3600000"/>
              <a:gd name="connsiteX5" fmla="*/ 2880000 w 2880000"/>
              <a:gd name="connsiteY5" fmla="*/ 0 h 3600000"/>
              <a:gd name="connsiteX6" fmla="*/ 2880000 w 2880000"/>
              <a:gd name="connsiteY6" fmla="*/ 3600000 h 3600000"/>
              <a:gd name="connsiteX7" fmla="*/ 1957099 w 2880000"/>
              <a:gd name="connsiteY7" fmla="*/ 3600000 h 3600000"/>
              <a:gd name="connsiteX8" fmla="*/ 1902766 w 2880000"/>
              <a:gd name="connsiteY8" fmla="*/ 3545666 h 3600000"/>
              <a:gd name="connsiteX9" fmla="*/ 942863 w 2880000"/>
              <a:gd name="connsiteY9" fmla="*/ 3545666 h 3600000"/>
              <a:gd name="connsiteX10" fmla="*/ 888529 w 2880000"/>
              <a:gd name="connsiteY10" fmla="*/ 3600000 h 3600000"/>
              <a:gd name="connsiteX11" fmla="*/ 0 w 2880000"/>
              <a:gd name="connsiteY11" fmla="*/ 3600000 h 360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0000" h="3600000">
                <a:moveTo>
                  <a:pt x="0" y="0"/>
                </a:moveTo>
                <a:lnTo>
                  <a:pt x="882815" y="0"/>
                </a:lnTo>
                <a:lnTo>
                  <a:pt x="942863" y="60048"/>
                </a:lnTo>
                <a:lnTo>
                  <a:pt x="1902766" y="60048"/>
                </a:lnTo>
                <a:lnTo>
                  <a:pt x="1962813" y="0"/>
                </a:lnTo>
                <a:lnTo>
                  <a:pt x="2880000" y="0"/>
                </a:lnTo>
                <a:lnTo>
                  <a:pt x="2880000" y="3600000"/>
                </a:lnTo>
                <a:lnTo>
                  <a:pt x="1957099" y="3600000"/>
                </a:lnTo>
                <a:lnTo>
                  <a:pt x="1902766" y="3545666"/>
                </a:lnTo>
                <a:lnTo>
                  <a:pt x="942863" y="3545666"/>
                </a:lnTo>
                <a:lnTo>
                  <a:pt x="888529" y="3600000"/>
                </a:lnTo>
                <a:lnTo>
                  <a:pt x="0" y="3600000"/>
                </a:lnTo>
                <a:close/>
              </a:path>
            </a:pathLst>
          </a:custGeom>
          <a:gradFill>
            <a:gsLst>
              <a:gs pos="0">
                <a:schemeClr val="accent1"/>
              </a:gs>
              <a:gs pos="75000">
                <a:schemeClr val="accent1">
                  <a:alpha val="0"/>
                </a:schemeClr>
              </a:gs>
              <a:gs pos="94000">
                <a:schemeClr val="accent1"/>
              </a:gs>
              <a:gs pos="25000">
                <a:schemeClr val="accent1">
                  <a:alpha val="0"/>
                </a:schemeClr>
              </a:gs>
            </a:gsLst>
            <a:lin ang="0" scaled="0"/>
          </a:gradFill>
          <a:ln w="19050">
            <a:gradFill>
              <a:gsLst>
                <a:gs pos="0">
                  <a:schemeClr val="accent6"/>
                </a:gs>
                <a:gs pos="100000">
                  <a:schemeClr val="accent1"/>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dirty="0">
              <a:cs typeface="Inter" panose="02000503000000020004" charset="0"/>
            </a:endParaRPr>
          </a:p>
        </p:txBody>
      </p:sp>
      <p:sp>
        <p:nvSpPr>
          <p:cNvPr id="23" name="文本框 22"/>
          <p:cNvSpPr txBox="1"/>
          <p:nvPr>
            <p:custDataLst>
              <p:tags r:id="rId4"/>
            </p:custDataLst>
          </p:nvPr>
        </p:nvSpPr>
        <p:spPr>
          <a:xfrm>
            <a:off x="4629150" y="4827270"/>
            <a:ext cx="3785870" cy="583565"/>
          </a:xfrm>
          <a:prstGeom prst="rect">
            <a:avLst/>
          </a:prstGeom>
          <a:noFill/>
        </p:spPr>
        <p:txBody>
          <a:bodyPr wrap="square" rtlCol="0">
            <a:spAutoFit/>
          </a:bodyPr>
          <a:p>
            <a:pPr algn="l"/>
            <a:r>
              <a:rPr lang="en-US" altLang="zh-CN" sz="1600" dirty="0">
                <a:solidFill>
                  <a:schemeClr val="lt2"/>
                </a:solidFill>
                <a:latin typeface="Inter Black" panose="02000503000000020004" charset="0"/>
                <a:ea typeface="Inter Black" panose="02000503000000020004" charset="0"/>
                <a:cs typeface="Inter" panose="02000503000000020004" charset="0"/>
              </a:rPr>
              <a:t>Prof: Dr. Moataz Samy</a:t>
            </a:r>
            <a:endParaRPr lang="en-US" altLang="zh-CN" sz="1600" dirty="0">
              <a:solidFill>
                <a:schemeClr val="lt2"/>
              </a:solidFill>
              <a:latin typeface="Inter Black" panose="02000503000000020004" charset="0"/>
              <a:ea typeface="Inter Black" panose="02000503000000020004" charset="0"/>
              <a:cs typeface="Inter" panose="02000503000000020004" charset="0"/>
            </a:endParaRPr>
          </a:p>
          <a:p>
            <a:pPr algn="l"/>
            <a:r>
              <a:rPr lang="en-US" altLang="zh-CN" sz="1600" dirty="0">
                <a:solidFill>
                  <a:schemeClr val="lt2"/>
                </a:solidFill>
                <a:latin typeface="Inter Black" panose="02000503000000020004" charset="0"/>
                <a:ea typeface="Inter Black" panose="02000503000000020004" charset="0"/>
                <a:cs typeface="Inter" panose="02000503000000020004" charset="0"/>
              </a:rPr>
              <a:t>TA: Eng. Sohaila </a:t>
            </a:r>
            <a:endParaRPr lang="en-US" altLang="zh-CN" sz="1600" dirty="0">
              <a:solidFill>
                <a:schemeClr val="lt2"/>
              </a:solidFill>
              <a:latin typeface="Inter Black" panose="02000503000000020004" charset="0"/>
              <a:ea typeface="Inter Black" panose="02000503000000020004" charset="0"/>
              <a:cs typeface="Inter" panose="02000503000000020004" charset="0"/>
            </a:endParaRPr>
          </a:p>
        </p:txBody>
      </p:sp>
      <p:sp>
        <p:nvSpPr>
          <p:cNvPr id="41" name="任意多边形: 形状 138"/>
          <p:cNvSpPr/>
          <p:nvPr>
            <p:custDataLst>
              <p:tags r:id="rId5"/>
            </p:custDataLst>
          </p:nvPr>
        </p:nvSpPr>
        <p:spPr>
          <a:xfrm>
            <a:off x="308610" y="503873"/>
            <a:ext cx="11576685" cy="5850255"/>
          </a:xfrm>
          <a:custGeom>
            <a:avLst/>
            <a:gdLst>
              <a:gd name="connsiteX0" fmla="*/ 0 w 10858500"/>
              <a:gd name="connsiteY0" fmla="*/ 0 h 4680000"/>
              <a:gd name="connsiteX1" fmla="*/ 10858500 w 10858500"/>
              <a:gd name="connsiteY1" fmla="*/ 0 h 4680000"/>
              <a:gd name="connsiteX2" fmla="*/ 10858500 w 10858500"/>
              <a:gd name="connsiteY2" fmla="*/ 498804 h 4680000"/>
              <a:gd name="connsiteX3" fmla="*/ 10858498 w 10858500"/>
              <a:gd name="connsiteY3" fmla="*/ 498806 h 4680000"/>
              <a:gd name="connsiteX4" fmla="*/ 10858498 w 10858500"/>
              <a:gd name="connsiteY4" fmla="*/ 489916 h 4680000"/>
              <a:gd name="connsiteX5" fmla="*/ 10798658 w 10858500"/>
              <a:gd name="connsiteY5" fmla="*/ 545937 h 4680000"/>
              <a:gd name="connsiteX6" fmla="*/ 10798658 w 10858500"/>
              <a:gd name="connsiteY6" fmla="*/ 4134061 h 4680000"/>
              <a:gd name="connsiteX7" fmla="*/ 10858498 w 10858500"/>
              <a:gd name="connsiteY7" fmla="*/ 4190082 h 4680000"/>
              <a:gd name="connsiteX8" fmla="*/ 10858498 w 10858500"/>
              <a:gd name="connsiteY8" fmla="*/ 4179297 h 4680000"/>
              <a:gd name="connsiteX9" fmla="*/ 10858500 w 10858500"/>
              <a:gd name="connsiteY9" fmla="*/ 4179299 h 4680000"/>
              <a:gd name="connsiteX10" fmla="*/ 10858500 w 10858500"/>
              <a:gd name="connsiteY10" fmla="*/ 4680000 h 4680000"/>
              <a:gd name="connsiteX11" fmla="*/ 9082087 w 10858500"/>
              <a:gd name="connsiteY11" fmla="*/ 4680000 h 4680000"/>
              <a:gd name="connsiteX12" fmla="*/ 9036435 w 10858500"/>
              <a:gd name="connsiteY12" fmla="*/ 4637262 h 4680000"/>
              <a:gd name="connsiteX13" fmla="*/ 1835005 w 10858500"/>
              <a:gd name="connsiteY13" fmla="*/ 4637262 h 4680000"/>
              <a:gd name="connsiteX14" fmla="*/ 1789353 w 10858500"/>
              <a:gd name="connsiteY14" fmla="*/ 4680000 h 4680000"/>
              <a:gd name="connsiteX15" fmla="*/ 0 w 10858500"/>
              <a:gd name="connsiteY15" fmla="*/ 4680000 h 4680000"/>
              <a:gd name="connsiteX16" fmla="*/ 0 w 10858500"/>
              <a:gd name="connsiteY16" fmla="*/ 4190082 h 4680000"/>
              <a:gd name="connsiteX17" fmla="*/ 59840 w 10858500"/>
              <a:gd name="connsiteY17" fmla="*/ 4134061 h 4680000"/>
              <a:gd name="connsiteX18" fmla="*/ 59840 w 10858500"/>
              <a:gd name="connsiteY18" fmla="*/ 545937 h 4680000"/>
              <a:gd name="connsiteX19" fmla="*/ 0 w 10858500"/>
              <a:gd name="connsiteY19" fmla="*/ 489916 h 468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858500" h="4680000">
                <a:moveTo>
                  <a:pt x="0" y="0"/>
                </a:moveTo>
                <a:lnTo>
                  <a:pt x="10858500" y="0"/>
                </a:lnTo>
                <a:lnTo>
                  <a:pt x="10858500" y="498804"/>
                </a:lnTo>
                <a:lnTo>
                  <a:pt x="10858498" y="498806"/>
                </a:lnTo>
                <a:lnTo>
                  <a:pt x="10858498" y="489916"/>
                </a:lnTo>
                <a:lnTo>
                  <a:pt x="10798658" y="545937"/>
                </a:lnTo>
                <a:lnTo>
                  <a:pt x="10798658" y="4134061"/>
                </a:lnTo>
                <a:lnTo>
                  <a:pt x="10858498" y="4190082"/>
                </a:lnTo>
                <a:lnTo>
                  <a:pt x="10858498" y="4179297"/>
                </a:lnTo>
                <a:lnTo>
                  <a:pt x="10858500" y="4179299"/>
                </a:lnTo>
                <a:lnTo>
                  <a:pt x="10858500" y="4680000"/>
                </a:lnTo>
                <a:lnTo>
                  <a:pt x="9082087" y="4680000"/>
                </a:lnTo>
                <a:lnTo>
                  <a:pt x="9036435" y="4637262"/>
                </a:lnTo>
                <a:lnTo>
                  <a:pt x="1835005" y="4637262"/>
                </a:lnTo>
                <a:lnTo>
                  <a:pt x="1789353" y="4680000"/>
                </a:lnTo>
                <a:lnTo>
                  <a:pt x="0" y="4680000"/>
                </a:lnTo>
                <a:lnTo>
                  <a:pt x="0" y="4190082"/>
                </a:lnTo>
                <a:lnTo>
                  <a:pt x="59840" y="4134061"/>
                </a:lnTo>
                <a:lnTo>
                  <a:pt x="59840" y="545937"/>
                </a:lnTo>
                <a:lnTo>
                  <a:pt x="0" y="489916"/>
                </a:lnTo>
                <a:close/>
              </a:path>
            </a:pathLst>
          </a:cu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algn="ctr"/>
            <a:endParaRPr lang="zh-CN" altLang="en-US">
              <a:solidFill>
                <a:schemeClr val="lt1"/>
              </a:solidFill>
              <a:cs typeface="Inter" panose="02000503000000020004" charset="0"/>
            </a:endParaRPr>
          </a:p>
        </p:txBody>
      </p:sp>
      <p:grpSp>
        <p:nvGrpSpPr>
          <p:cNvPr id="12" name="组合 11"/>
          <p:cNvGrpSpPr/>
          <p:nvPr/>
        </p:nvGrpSpPr>
        <p:grpSpPr>
          <a:xfrm>
            <a:off x="719455" y="680720"/>
            <a:ext cx="2407920" cy="501650"/>
            <a:chOff x="1133" y="1072"/>
            <a:chExt cx="3792" cy="910"/>
          </a:xfrm>
        </p:grpSpPr>
        <p:sp>
          <p:nvSpPr>
            <p:cNvPr id="16" name="平行四边形 15"/>
            <p:cNvSpPr/>
            <p:nvPr>
              <p:custDataLst>
                <p:tags r:id="rId6"/>
              </p:custDataLst>
            </p:nvPr>
          </p:nvSpPr>
          <p:spPr>
            <a:xfrm>
              <a:off x="1403" y="1216"/>
              <a:ext cx="3361" cy="640"/>
            </a:xfrm>
            <a:prstGeom prst="parallelogram">
              <a:avLst>
                <a:gd name="adj" fmla="val 82143"/>
              </a:avLst>
            </a:prstGeom>
            <a:gradFill>
              <a:gsLst>
                <a:gs pos="0">
                  <a:srgbClr val="4675FC"/>
                </a:gs>
                <a:gs pos="100000">
                  <a:srgbClr val="4675FC">
                    <a:alpha val="0"/>
                  </a:srgbClr>
                </a:gs>
              </a:gsLst>
              <a:lin ang="18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2" name="平行四边形 1"/>
            <p:cNvSpPr/>
            <p:nvPr>
              <p:custDataLst>
                <p:tags r:id="rId7"/>
              </p:custDataLst>
            </p:nvPr>
          </p:nvSpPr>
          <p:spPr>
            <a:xfrm>
              <a:off x="1133" y="1072"/>
              <a:ext cx="3792" cy="910"/>
            </a:xfrm>
            <a:prstGeom prst="parallelogram">
              <a:avLst>
                <a:gd name="adj" fmla="val 82143"/>
              </a:avLst>
            </a:prstGeom>
            <a:noFill/>
            <a:ln w="12700">
              <a:gradFill flip="none" rotWithShape="1">
                <a:gsLst>
                  <a:gs pos="36000">
                    <a:schemeClr val="accent1"/>
                  </a:gs>
                  <a:gs pos="75000">
                    <a:schemeClr val="accent1">
                      <a:alpha val="0"/>
                    </a:schemeClr>
                  </a:gs>
                </a:gsLst>
                <a:lin ang="0" scaled="0"/>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sp>
        <p:nvSpPr>
          <p:cNvPr id="5" name="任意多边形: 形状 21"/>
          <p:cNvSpPr/>
          <p:nvPr>
            <p:custDataLst>
              <p:tags r:id="rId8"/>
            </p:custDataLst>
          </p:nvPr>
        </p:nvSpPr>
        <p:spPr>
          <a:xfrm rot="16200000" flipV="1">
            <a:off x="-2199640"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grpSp>
        <p:nvGrpSpPr>
          <p:cNvPr id="30" name="组合 29"/>
          <p:cNvGrpSpPr/>
          <p:nvPr/>
        </p:nvGrpSpPr>
        <p:grpSpPr>
          <a:xfrm>
            <a:off x="317818" y="176530"/>
            <a:ext cx="11556365" cy="135890"/>
            <a:chOff x="625" y="278"/>
            <a:chExt cx="18199" cy="214"/>
          </a:xfrm>
        </p:grpSpPr>
        <p:sp>
          <p:nvSpPr>
            <p:cNvPr id="24" name="任意多边形: 形状 21"/>
            <p:cNvSpPr/>
            <p:nvPr>
              <p:custDataLst>
                <p:tags r:id="rId9"/>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9" name="直接连接符 8"/>
            <p:cNvCxnSpPr/>
            <p:nvPr>
              <p:custDataLst>
                <p:tags r:id="rId10"/>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1"/>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rot="16200000">
            <a:off x="11279505" y="749082"/>
            <a:ext cx="252730" cy="375920"/>
            <a:chOff x="17336" y="1136"/>
            <a:chExt cx="466" cy="911"/>
          </a:xfrm>
          <a:solidFill>
            <a:srgbClr val="2CF5FC"/>
          </a:solidFill>
        </p:grpSpPr>
        <p:sp>
          <p:nvSpPr>
            <p:cNvPr id="14" name="矩形 13"/>
            <p:cNvSpPr/>
            <p:nvPr>
              <p:custDataLst>
                <p:tags r:id="rId12"/>
              </p:custDataLst>
            </p:nvPr>
          </p:nvSpPr>
          <p:spPr>
            <a:xfrm>
              <a:off x="17448" y="1136"/>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0" name="矩形 39"/>
            <p:cNvSpPr/>
            <p:nvPr>
              <p:custDataLst>
                <p:tags r:id="rId13"/>
              </p:custDataLst>
            </p:nvPr>
          </p:nvSpPr>
          <p:spPr>
            <a:xfrm>
              <a:off x="17448" y="1532"/>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2" name="矩形 41"/>
            <p:cNvSpPr/>
            <p:nvPr>
              <p:custDataLst>
                <p:tags r:id="rId14"/>
              </p:custDataLst>
            </p:nvPr>
          </p:nvSpPr>
          <p:spPr>
            <a:xfrm>
              <a:off x="17336" y="1334"/>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3" name="矩形 42"/>
            <p:cNvSpPr/>
            <p:nvPr>
              <p:custDataLst>
                <p:tags r:id="rId15"/>
              </p:custDataLst>
            </p:nvPr>
          </p:nvSpPr>
          <p:spPr>
            <a:xfrm>
              <a:off x="17336" y="1729"/>
              <a:ext cx="466" cy="1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sp>
          <p:nvSpPr>
            <p:cNvPr id="44" name="矩形 43"/>
            <p:cNvSpPr/>
            <p:nvPr>
              <p:custDataLst>
                <p:tags r:id="rId16"/>
              </p:custDataLst>
            </p:nvPr>
          </p:nvSpPr>
          <p:spPr>
            <a:xfrm>
              <a:off x="17448" y="1927"/>
              <a:ext cx="241" cy="12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noFill/>
                <a:latin typeface="Inter Black" panose="02000503000000020004" charset="0"/>
                <a:ea typeface="Inter Black" panose="02000503000000020004" charset="0"/>
                <a:cs typeface="Inter Black" panose="02000503000000020004" charset="0"/>
                <a:sym typeface="+mn-ea"/>
              </a:endParaRPr>
            </a:p>
          </p:txBody>
        </p:sp>
      </p:grpSp>
      <p:grpSp>
        <p:nvGrpSpPr>
          <p:cNvPr id="31" name="组合 30"/>
          <p:cNvGrpSpPr/>
          <p:nvPr/>
        </p:nvGrpSpPr>
        <p:grpSpPr>
          <a:xfrm rot="10800000">
            <a:off x="317818" y="6526530"/>
            <a:ext cx="11556365" cy="135890"/>
            <a:chOff x="625" y="278"/>
            <a:chExt cx="18199" cy="214"/>
          </a:xfrm>
        </p:grpSpPr>
        <p:sp>
          <p:nvSpPr>
            <p:cNvPr id="32" name="任意多边形: 形状 21"/>
            <p:cNvSpPr/>
            <p:nvPr>
              <p:custDataLst>
                <p:tags r:id="rId17"/>
              </p:custDataLst>
            </p:nvPr>
          </p:nvSpPr>
          <p:spPr>
            <a:xfrm flipV="1">
              <a:off x="7028" y="278"/>
              <a:ext cx="5889" cy="21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cxnSp>
          <p:nvCxnSpPr>
            <p:cNvPr id="34" name="直接连接符 33"/>
            <p:cNvCxnSpPr/>
            <p:nvPr>
              <p:custDataLst>
                <p:tags r:id="rId18"/>
              </p:custDataLst>
            </p:nvPr>
          </p:nvCxnSpPr>
          <p:spPr>
            <a:xfrm flipH="1" flipV="1">
              <a:off x="625" y="278"/>
              <a:ext cx="6402" cy="4"/>
            </a:xfrm>
            <a:prstGeom prst="line">
              <a:avLst/>
            </a:prstGeom>
            <a:ln>
              <a:gradFill>
                <a:gsLst>
                  <a:gs pos="0">
                    <a:srgbClr val="4675FC"/>
                  </a:gs>
                  <a:gs pos="49000">
                    <a:srgbClr val="4675FC">
                      <a:alpha val="0"/>
                    </a:srgbClr>
                  </a:gs>
                </a:gsLst>
                <a:lin ang="0" scaled="0"/>
              </a:gra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custDataLst>
                <p:tags r:id="rId19"/>
              </p:custDataLst>
            </p:nvPr>
          </p:nvCxnSpPr>
          <p:spPr>
            <a:xfrm flipH="1" flipV="1">
              <a:off x="12954" y="278"/>
              <a:ext cx="5871" cy="68"/>
            </a:xfrm>
            <a:prstGeom prst="line">
              <a:avLst/>
            </a:prstGeom>
            <a:ln>
              <a:gradFill>
                <a:gsLst>
                  <a:gs pos="39000">
                    <a:srgbClr val="4675FC">
                      <a:alpha val="0"/>
                    </a:srgbClr>
                  </a:gs>
                  <a:gs pos="55000">
                    <a:srgbClr val="4675FC"/>
                  </a:gs>
                </a:gsLst>
                <a:lin ang="0" scaled="0"/>
              </a:gradFill>
            </a:ln>
          </p:spPr>
          <p:style>
            <a:lnRef idx="1">
              <a:schemeClr val="accent1"/>
            </a:lnRef>
            <a:fillRef idx="0">
              <a:schemeClr val="accent1"/>
            </a:fillRef>
            <a:effectRef idx="0">
              <a:schemeClr val="accent1"/>
            </a:effectRef>
            <a:fontRef idx="minor">
              <a:schemeClr val="tx1"/>
            </a:fontRef>
          </p:style>
        </p:cxnSp>
      </p:grpSp>
      <p:sp>
        <p:nvSpPr>
          <p:cNvPr id="36" name="任意多边形: 形状 21"/>
          <p:cNvSpPr/>
          <p:nvPr>
            <p:custDataLst>
              <p:tags r:id="rId20"/>
            </p:custDataLst>
          </p:nvPr>
        </p:nvSpPr>
        <p:spPr>
          <a:xfrm rot="5400000" flipH="1" flipV="1">
            <a:off x="9685655" y="3370898"/>
            <a:ext cx="4707890" cy="116205"/>
          </a:xfrm>
          <a:custGeom>
            <a:avLst/>
            <a:gdLst>
              <a:gd name="connsiteX0" fmla="*/ 0 w 3238500"/>
              <a:gd name="connsiteY0" fmla="*/ 118110 h 118110"/>
              <a:gd name="connsiteX1" fmla="*/ 118110 w 3238500"/>
              <a:gd name="connsiteY1" fmla="*/ 0 h 118110"/>
              <a:gd name="connsiteX2" fmla="*/ 3124200 w 3238500"/>
              <a:gd name="connsiteY2" fmla="*/ 0 h 118110"/>
              <a:gd name="connsiteX3" fmla="*/ 3238500 w 3238500"/>
              <a:gd name="connsiteY3" fmla="*/ 114300 h 118110"/>
            </a:gdLst>
            <a:ahLst/>
            <a:cxnLst>
              <a:cxn ang="0">
                <a:pos x="connsiteX0" y="connsiteY0"/>
              </a:cxn>
              <a:cxn ang="0">
                <a:pos x="connsiteX1" y="connsiteY1"/>
              </a:cxn>
              <a:cxn ang="0">
                <a:pos x="connsiteX2" y="connsiteY2"/>
              </a:cxn>
              <a:cxn ang="0">
                <a:pos x="connsiteX3" y="connsiteY3"/>
              </a:cxn>
            </a:cxnLst>
            <a:rect l="l" t="t" r="r" b="b"/>
            <a:pathLst>
              <a:path w="3238500" h="118110">
                <a:moveTo>
                  <a:pt x="0" y="118110"/>
                </a:moveTo>
                <a:lnTo>
                  <a:pt x="118110" y="0"/>
                </a:lnTo>
                <a:lnTo>
                  <a:pt x="3124200" y="0"/>
                </a:lnTo>
                <a:lnTo>
                  <a:pt x="3238500" y="114300"/>
                </a:lnTo>
              </a:path>
            </a:pathLst>
          </a:custGeom>
          <a:noFill/>
          <a:ln w="9525">
            <a:solidFill>
              <a:schemeClr val="accent1">
                <a:alpha val="70000"/>
              </a:schemeClr>
            </a:solidFill>
            <a:headEnd type="oval" w="sm" len="sm"/>
            <a:tailEnd type="oval" w="sm" len="sm"/>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55" name="半闭框 54"/>
          <p:cNvSpPr/>
          <p:nvPr/>
        </p:nvSpPr>
        <p:spPr>
          <a:xfrm rot="10800000" flipH="1" flipV="1">
            <a:off x="4577154" y="477698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39" name="半闭框 38"/>
          <p:cNvSpPr/>
          <p:nvPr/>
        </p:nvSpPr>
        <p:spPr>
          <a:xfrm flipH="1" flipV="1">
            <a:off x="7279714" y="5099561"/>
            <a:ext cx="336092" cy="336092"/>
          </a:xfrm>
          <a:prstGeom prst="halfFrame">
            <a:avLst>
              <a:gd name="adj1" fmla="val 11939"/>
              <a:gd name="adj2" fmla="val 13392"/>
            </a:avLst>
          </a:prstGeom>
          <a:gradFill>
            <a:gsLst>
              <a:gs pos="0">
                <a:schemeClr val="accent1"/>
              </a:gs>
              <a:gs pos="70000">
                <a:schemeClr val="accent6"/>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cs typeface="Inter" panose="02000503000000020004" charset="0"/>
            </a:endParaRPr>
          </a:p>
        </p:txBody>
      </p:sp>
      <p:sp>
        <p:nvSpPr>
          <p:cNvPr id="47" name="矩形 46"/>
          <p:cNvSpPr/>
          <p:nvPr>
            <p:custDataLst>
              <p:tags r:id="rId21"/>
            </p:custDataLst>
          </p:nvPr>
        </p:nvSpPr>
        <p:spPr>
          <a:xfrm>
            <a:off x="11586845" y="5439410"/>
            <a:ext cx="76200" cy="43942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8" name="矩形 47"/>
          <p:cNvSpPr/>
          <p:nvPr>
            <p:custDataLst>
              <p:tags r:id="rId22"/>
            </p:custDataLst>
          </p:nvPr>
        </p:nvSpPr>
        <p:spPr>
          <a:xfrm flipH="1">
            <a:off x="11461750" y="5718175"/>
            <a:ext cx="150495" cy="1606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49" name="矩形 48"/>
          <p:cNvSpPr/>
          <p:nvPr>
            <p:custDataLst>
              <p:tags r:id="rId23"/>
            </p:custDataLst>
          </p:nvPr>
        </p:nvSpPr>
        <p:spPr>
          <a:xfrm flipH="1">
            <a:off x="11430635" y="5520690"/>
            <a:ext cx="85725" cy="9144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cs typeface="Inter" panose="02000503000000020004" charset="0"/>
            </a:endParaRPr>
          </a:p>
        </p:txBody>
      </p:sp>
      <p:sp>
        <p:nvSpPr>
          <p:cNvPr id="6" name="Text Box 5"/>
          <p:cNvSpPr txBox="1"/>
          <p:nvPr/>
        </p:nvSpPr>
        <p:spPr>
          <a:xfrm>
            <a:off x="565150" y="4402455"/>
            <a:ext cx="4064000" cy="1476375"/>
          </a:xfrm>
          <a:prstGeom prst="rect">
            <a:avLst/>
          </a:prstGeom>
          <a:noFill/>
        </p:spPr>
        <p:txBody>
          <a:bodyPr wrap="square" rtlCol="0">
            <a:spAutoFit/>
          </a:bodyPr>
          <a:p>
            <a:r>
              <a:rPr lang="en-US">
                <a:solidFill>
                  <a:schemeClr val="bg1"/>
                </a:solidFill>
                <a:latin typeface="Arial Black" panose="020B0A04020102020204" charset="0"/>
                <a:cs typeface="Arial Black" panose="020B0A04020102020204" charset="0"/>
              </a:rPr>
              <a:t>Ibrahim Hafez - </a:t>
            </a:r>
            <a:r>
              <a:rPr lang="en-US" altLang="en-US">
                <a:solidFill>
                  <a:schemeClr val="bg1"/>
                </a:solidFill>
                <a:latin typeface="Arial Black" panose="020B0A04020102020204" charset="0"/>
                <a:cs typeface="Arial Black" panose="020B0A04020102020204" charset="0"/>
              </a:rPr>
              <a:t>247403</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Mohamed Ramadan - 247247</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Ahmed Mohamed - 225119</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Omar Mohamed - 249153</a:t>
            </a:r>
            <a:endParaRPr lang="en-US" altLang="en-US">
              <a:solidFill>
                <a:schemeClr val="bg1"/>
              </a:solidFill>
              <a:latin typeface="Arial Black" panose="020B0A04020102020204" charset="0"/>
              <a:cs typeface="Arial Black" panose="020B0A04020102020204" charset="0"/>
            </a:endParaRPr>
          </a:p>
          <a:p>
            <a:r>
              <a:rPr lang="en-US" altLang="en-US">
                <a:solidFill>
                  <a:schemeClr val="bg1"/>
                </a:solidFill>
                <a:latin typeface="Arial Black" panose="020B0A04020102020204" charset="0"/>
                <a:cs typeface="Arial Black" panose="020B0A04020102020204" charset="0"/>
              </a:rPr>
              <a:t>Yousef Tarek - 240190</a:t>
            </a:r>
            <a:endParaRPr lang="en-US" altLang="en-US">
              <a:solidFill>
                <a:schemeClr val="bg1"/>
              </a:solidFill>
              <a:latin typeface="Arial Black" panose="020B0A04020102020204" charset="0"/>
              <a:cs typeface="Arial Black" panose="020B0A04020102020204" charset="0"/>
            </a:endParaRPr>
          </a:p>
        </p:txBody>
      </p:sp>
    </p:spTree>
    <p:custDataLst>
      <p:tags r:id="rId2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1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124.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25.xml><?xml version="1.0" encoding="utf-8"?>
<p:tagLst xmlns:p="http://schemas.openxmlformats.org/presentationml/2006/main">
  <p:tag name="KSO_WM_UNIT_TEXT_FILL_FORE_SCHEMECOLOR_INDEX_BRIGHTNESS" val="0"/>
  <p:tag name="KSO_WM_UNIT_TEXT_FILL_FORE_SCHEMECOLOR_INDEX" val="14"/>
  <p:tag name="KSO_WM_UNIT_TEXT_FILL_TYPE" val="1"/>
</p:tagLst>
</file>

<file path=ppt/tags/tag12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28.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2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130.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1"/>
  <p:tag name="KSO_WM_UNIT_FILL_GRADIENT_TYPE" val="0"/>
  <p:tag name="KSO_WM_UNIT_FILL_GRADIENT_ANGLE" val="30"/>
  <p:tag name="KSO_WM_UNIT_FILL_GRADIENT_Direction" val="-2"/>
  <p:tag name="KSO_WM_UNIT_FILL_TYPE" val="3"/>
</p:tagLst>
</file>

<file path=ppt/tags/tag131.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Lst>
</file>

<file path=ppt/tags/tag13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34.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35.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36.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7.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38.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3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40.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41.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2.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43.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4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4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4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1.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3.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5.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7.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58.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59.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0.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1.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2.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3.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5.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TEXT_FORE_SCHEMECOLOR_INDEX_1_BRIGHTNESS" val="0"/>
  <p:tag name="KSO_WM_UNIT_TEXT_FORE_SCHEMECOLOR_INDEX_1" val="14"/>
  <p:tag name="KSO_WM_UNIT_TEXT_FORE_SCHEMECOLOR_INDEX_1_POS" val="0"/>
  <p:tag name="KSO_WM_UNIT_TEXT_FORE_SCHEMECOLOR_INDEX_1_TRANS" val="0"/>
  <p:tag name="KSO_WM_UNIT_TEXT_FORE_SCHEMECOLOR_INDEX_2_BRIGHTNESS" val="0"/>
  <p:tag name="KSO_WM_UNIT_TEXT_FORE_SCHEMECOLOR_INDEX_2" val="14"/>
  <p:tag name="KSO_WM_UNIT_TEXT_FORE_SCHEMECOLOR_INDEX_2_POS" val="0.51"/>
  <p:tag name="KSO_WM_UNIT_TEXT_FORE_SCHEMECOLOR_INDEX_2_TRANS" val="0"/>
  <p:tag name="KSO_WM_UNIT_TEXT_LINE_GRADIENT_TYPE" val="0"/>
  <p:tag name="KSO_WM_UNIT_TEXT_LINE_GRADIENT_ANGLE" val="90"/>
  <p:tag name="KSO_WM_UNIT_TEXT_LINE_GRADIENT_Direction" val="1"/>
  <p:tag name="KSO_WM_UNIT_TEXT_LINE_FILL_TYPE" val="5"/>
</p:tagLst>
</file>

<file path=ppt/tags/tag166.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6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69.xml><?xml version="1.0" encoding="utf-8"?>
<p:tagLst xmlns:p="http://schemas.openxmlformats.org/presentationml/2006/main">
  <p:tag name="KSO_WM_UNIT_TEXT_FILL_FORE_SCHEMECOLOR_INDEX_BRIGHTNESS" val="0"/>
  <p:tag name="KSO_WM_UNIT_TEXT_FILL_FORE_SCHEMECOLOR_INDEX" val="16"/>
  <p:tag name="KSO_WM_UNIT_TEXT_FILL_TYPE" val="1"/>
</p:tagLst>
</file>

<file path=ppt/tags/tag170.xml><?xml version="1.0" encoding="utf-8"?>
<p:tagLst xmlns:p="http://schemas.openxmlformats.org/presentationml/2006/main">
  <p:tag name="KSO_WM_UNIT_TEXT_FILL_FORE_SCHEMECOLOR_INDEX_BRIGHTNESS" val="0"/>
  <p:tag name="KSO_WM_UNIT_TEXT_FILL_FORE_SCHEMECOLOR_INDEX" val="2"/>
  <p:tag name="KSO_WM_UNIT_TEXT_FILL_TYPE" val="1"/>
  <p:tag name="KSO_WM_UNIT_LINE_FORE_SCHEMECOLOR_INDEX_BRIGHTNESS" val="0"/>
  <p:tag name="KSO_WM_UNIT_LINE_FORE_SCHEMECOLOR_INDEX" val="6"/>
  <p:tag name="KSO_WM_UNIT_LINE_FILL_TYPE" val="2"/>
</p:tagLst>
</file>

<file path=ppt/tags/tag171.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 name="KSO_WM_UNIT_FILL_FORE_SCHEMECOLOR_INDEX_1_BRIGHTNESS" val="0"/>
  <p:tag name="KSO_WM_UNIT_FILL_FORE_SCHEMECOLOR_INDEX_1" val="5"/>
  <p:tag name="KSO_WM_UNIT_FILL_FORE_SCHEMECOLOR_INDEX_1_POS" val="0"/>
  <p:tag name="KSO_WM_UNIT_FILL_FORE_SCHEMECOLOR_INDEX_1_TRANS" val="0"/>
  <p:tag name="KSO_WM_UNIT_FILL_FORE_SCHEMECOLOR_INDEX_2_BRIGHTNESS" val="0"/>
  <p:tag name="KSO_WM_UNIT_FILL_FORE_SCHEMECOLOR_INDEX_2" val="5"/>
  <p:tag name="KSO_WM_UNIT_FILL_FORE_SCHEMECOLOR_INDEX_2_POS" val="1"/>
  <p:tag name="KSO_WM_UNIT_FILL_FORE_SCHEMECOLOR_INDEX_2_TRANS" val="1"/>
  <p:tag name="KSO_WM_UNIT_FILL_GRADIENT_TYPE" val="0"/>
  <p:tag name="KSO_WM_UNIT_FILL_GRADIENT_ANGLE" val="30"/>
  <p:tag name="KSO_WM_UNIT_FILL_GRADIENT_Direction" val="-2"/>
  <p:tag name="KSO_WM_UNIT_FILL_TYPE" val="3"/>
</p:tagLst>
</file>

<file path=ppt/tags/tag172.xml><?xml version="1.0" encoding="utf-8"?>
<p:tagLst xmlns:p="http://schemas.openxmlformats.org/presentationml/2006/main">
  <p:tag name="KSO_WM_UNIT_LINE_FORE_SCHEMECOLOR_INDEX_1_BRIGHTNESS" val="-0.25"/>
  <p:tag name="KSO_WM_UNIT_LINE_FORE_SCHEMECOLOR_INDEX_1" val="16"/>
  <p:tag name="KSO_WM_UNIT_LINE_FORE_SCHEMECOLOR_INDEX_1_POS" val="0.3"/>
  <p:tag name="KSO_WM_UNIT_LINE_FORE_SCHEMECOLOR_INDEX_1_TRANS" val="1"/>
  <p:tag name="KSO_WM_UNIT_LINE_FORE_SCHEMECOLOR_INDEX_2_BRIGHTNESS" val="-0.25"/>
  <p:tag name="KSO_WM_UNIT_LINE_FORE_SCHEMECOLOR_INDEX_2" val="16"/>
  <p:tag name="KSO_WM_UNIT_LINE_FORE_SCHEMECOLOR_INDEX_2_POS" val="1"/>
  <p:tag name="KSO_WM_UNIT_LINE_FORE_SCHEMECOLOR_INDEX_2_TRANS" val="0"/>
  <p:tag name="KSO_WM_UNIT_LINE_GRADIENT_TYPE" val="0"/>
  <p:tag name="KSO_WM_UNIT_LINE_GRADIENT_ANGLE" val="0"/>
  <p:tag name="KSO_WM_UNIT_LINE_GRADIENT_Direction" val="3"/>
  <p:tag name="KSO_WM_UNIT_LINE_FILL_TYPE" val="5"/>
  <p:tag name="KSO_WM_UNIT_TEXT_FILL_FORE_SCHEMECOLOR_INDEX_BRIGHTNESS" val="0"/>
  <p:tag name="KSO_WM_UNIT_TEXT_FILL_FORE_SCHEMECOLOR_INDEX" val="2"/>
  <p:tag name="KSO_WM_UNIT_TEXT_FILL_TYPE" val="1"/>
</p:tagLst>
</file>

<file path=ppt/tags/tag173.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74.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75.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76.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77.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78.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79.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80.xml><?xml version="1.0" encoding="utf-8"?>
<p:tagLst xmlns:p="http://schemas.openxmlformats.org/presentationml/2006/main">
  <p:tag name="KSO_WM_UNIT_FILL_FORE_SCHEMECOLOR_INDEX_BRIGHTNESS" val="0"/>
  <p:tag name="KSO_WM_UNIT_FILL_FORE_SCHEMECOLOR_INDEX" val="5"/>
  <p:tag name="KSO_WM_UNIT_FILL_TYPE" val="1"/>
</p:tagLst>
</file>

<file path=ppt/tags/tag181.xml><?xml version="1.0" encoding="utf-8"?>
<p:tagLst xmlns:p="http://schemas.openxmlformats.org/presentationml/2006/main">
  <p:tag name="KSO_WM_UNIT_FILL_FORE_SCHEMECOLOR_INDEX_BRIGHTNESS" val="0"/>
  <p:tag name="KSO_WM_UNIT_FILL_FORE_SCHEMECOLOR_INDEX" val="8"/>
  <p:tag name="KSO_WM_UNIT_FILL_TYPE" val="1"/>
</p:tagLst>
</file>

<file path=ppt/tags/tag182.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3.xml><?xml version="1.0" encoding="utf-8"?>
<p:tagLst xmlns:p="http://schemas.openxmlformats.org/presentationml/2006/main">
  <p:tag name="KSO_WM_UNIT_LINE_FORE_SCHEMECOLOR_INDEX_1_BRIGHTNESS" val="0"/>
  <p:tag name="KSO_WM_UNIT_LINE_FORE_SCHEMECOLOR_INDEX_1" val="5"/>
  <p:tag name="KSO_WM_UNIT_LINE_FORE_SCHEMECOLOR_INDEX_1_POS" val="0"/>
  <p:tag name="KSO_WM_UNIT_LINE_FORE_SCHEMECOLOR_INDEX_1_TRANS" val="0"/>
  <p:tag name="KSO_WM_UNIT_LINE_FORE_SCHEMECOLOR_INDEX_2_BRIGHTNESS" val="0"/>
  <p:tag name="KSO_WM_UNIT_LINE_FORE_SCHEMECOLOR_INDEX_2" val="5"/>
  <p:tag name="KSO_WM_UNIT_LINE_FORE_SCHEMECOLOR_INDEX_2_POS" val="0.49"/>
  <p:tag name="KSO_WM_UNIT_LINE_FORE_SCHEMECOLOR_INDEX_2_TRANS" val="1"/>
  <p:tag name="KSO_WM_UNIT_LINE_GRADIENT_TYPE" val="0"/>
  <p:tag name="KSO_WM_UNIT_LINE_GRADIENT_ANGLE" val="0"/>
  <p:tag name="KSO_WM_UNIT_LINE_GRADIENT_Direction" val="3"/>
  <p:tag name="KSO_WM_UNIT_LINE_FILL_TYPE" val="5"/>
</p:tagLst>
</file>

<file path=ppt/tags/tag184.xml><?xml version="1.0" encoding="utf-8"?>
<p:tagLst xmlns:p="http://schemas.openxmlformats.org/presentationml/2006/main">
  <p:tag name="KSO_WM_UNIT_LINE_FORE_SCHEMECOLOR_INDEX_1_BRIGHTNESS" val="0"/>
  <p:tag name="KSO_WM_UNIT_LINE_FORE_SCHEMECOLOR_INDEX_1" val="5"/>
  <p:tag name="KSO_WM_UNIT_LINE_FORE_SCHEMECOLOR_INDEX_1_POS" val="0.39"/>
  <p:tag name="KSO_WM_UNIT_LINE_FORE_SCHEMECOLOR_INDEX_1_TRANS" val="1"/>
  <p:tag name="KSO_WM_UNIT_LINE_FORE_SCHEMECOLOR_INDEX_2_BRIGHTNESS" val="0"/>
  <p:tag name="KSO_WM_UNIT_LINE_FORE_SCHEMECOLOR_INDEX_2" val="5"/>
  <p:tag name="KSO_WM_UNIT_LINE_FORE_SCHEMECOLOR_INDEX_2_POS" val="0.55"/>
  <p:tag name="KSO_WM_UNIT_LINE_FORE_SCHEMECOLOR_INDEX_2_TRANS" val="0"/>
  <p:tag name="KSO_WM_UNIT_LINE_GRADIENT_TYPE" val="0"/>
  <p:tag name="KSO_WM_UNIT_LINE_GRADIENT_ANGLE" val="0"/>
  <p:tag name="KSO_WM_UNIT_LINE_GRADIENT_Direction" val="3"/>
  <p:tag name="KSO_WM_UNIT_LINE_FILL_TYPE" val="5"/>
</p:tagLst>
</file>

<file path=ppt/tags/tag185.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6.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7.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8.xml><?xml version="1.0" encoding="utf-8"?>
<p:tagLst xmlns:p="http://schemas.openxmlformats.org/presentationml/2006/main">
  <p:tag name="KSO_WM_UNIT_TEXT_FILL_FORE_SCHEMECOLOR_INDEX_BRIGHTNESS" val="0"/>
  <p:tag name="KSO_WM_UNIT_TEXT_FILL_FORE_SCHEMECOLOR_INDEX" val="2"/>
  <p:tag name="KSO_WM_UNIT_TEXT_FILL_TYPE" val="1"/>
</p:tagLst>
</file>

<file path=ppt/tags/tag189.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190.xml><?xml version="1.0" encoding="utf-8"?>
<p:tagLst xmlns:p="http://schemas.openxmlformats.org/presentationml/2006/main">
  <p:tag name="COMMONDATA" val="eyJoZGlkIjoiMmNmYmEwOWQ4Y2Q0M2IxMGZkNjI4ZjhkZDQyNzg1OTYifQ=="/>
  <p:tag name="KSO_WPP_MARK_KEY" val="37523c5a-f9bd-4157-ab56-121979c0b78d"/>
</p:tagLst>
</file>

<file path=ppt/theme/theme1.xml><?xml version="1.0" encoding="utf-8"?>
<a:theme xmlns:a="http://schemas.openxmlformats.org/drawingml/2006/main" name="Office 主题​​">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0F1423"/>
      </a:dk2>
      <a:lt2>
        <a:srgbClr val="FFFFFF"/>
      </a:lt2>
      <a:accent1>
        <a:srgbClr val="4675FC"/>
      </a:accent1>
      <a:accent2>
        <a:srgbClr val="4589FB"/>
      </a:accent2>
      <a:accent3>
        <a:srgbClr val="54A6FB"/>
      </a:accent3>
      <a:accent4>
        <a:srgbClr val="47B2FA"/>
      </a:accent4>
      <a:accent5>
        <a:srgbClr val="4AC7F9"/>
      </a:accent5>
      <a:accent6>
        <a:srgbClr val="4DDBF8"/>
      </a:accent6>
      <a:hlink>
        <a:srgbClr val="0563C1"/>
      </a:hlink>
      <a:folHlink>
        <a:srgbClr val="954D72"/>
      </a:folHlink>
    </a:clrScheme>
    <a:fontScheme name="自定义 9">
      <a:majorFont>
        <a:latin typeface="Inter"/>
        <a:ea typeface="Inter Black"/>
        <a:cs typeface=""/>
      </a:majorFont>
      <a:minorFont>
        <a:latin typeface="Inter"/>
        <a:ea typeface="Inter Black"/>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Inter Black"/>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Inter Black"/>
        <a:ea typeface=""/>
        <a:cs typeface=""/>
        <a:font script="Jpan" typeface="ＭＳ Ｐゴシック"/>
        <a:font script="Hang" typeface="맑은 고딕"/>
        <a:font script="Hans" typeface="Inter Black"/>
        <a:font script="Hant" typeface="新細明體"/>
        <a:font script="Arab" typeface="Inter"/>
        <a:font script="Hebr" typeface="Inter"/>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Inter"/>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1867</Words>
  <Application>WPS Presentation</Application>
  <PresentationFormat>宽屏</PresentationFormat>
  <Paragraphs>87</Paragraphs>
  <Slides>11</Slides>
  <Notes>4</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11</vt:i4>
      </vt:variant>
    </vt:vector>
  </HeadingPairs>
  <TitlesOfParts>
    <vt:vector size="33" baseType="lpstr">
      <vt:lpstr>Arial</vt:lpstr>
      <vt:lpstr>SimSun</vt:lpstr>
      <vt:lpstr>Wingdings</vt:lpstr>
      <vt:lpstr>Inter</vt:lpstr>
      <vt:lpstr>Inter Black</vt:lpstr>
      <vt:lpstr>Wingdings</vt:lpstr>
      <vt:lpstr>Helvetica</vt:lpstr>
      <vt:lpstr>Microsoft YaHei</vt:lpstr>
      <vt:lpstr>Arial Unicode MS</vt:lpstr>
      <vt:lpstr>Lato Regular</vt:lpstr>
      <vt:lpstr>Segoe Print</vt:lpstr>
      <vt:lpstr>Roboto Slab Bold</vt:lpstr>
      <vt:lpstr>Roboto Slab Regular</vt:lpstr>
      <vt:lpstr>Montserrat-Regular</vt:lpstr>
      <vt:lpstr>Helvetica Light</vt:lpstr>
      <vt:lpstr>Roboto Medium</vt:lpstr>
      <vt:lpstr>Open Sans Light</vt:lpstr>
      <vt:lpstr>Times New Roman</vt:lpstr>
      <vt:lpstr>Wide Latin</vt:lpstr>
      <vt:lpstr>Arial Black</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465 Yousef</cp:lastModifiedBy>
  <cp:revision>164</cp:revision>
  <dcterms:created xsi:type="dcterms:W3CDTF">2019-06-19T02:08:00Z</dcterms:created>
  <dcterms:modified xsi:type="dcterms:W3CDTF">2026-05-05T07:34:45Z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76EE1A1A0A9F4718BE867AA88DB342C6_11</vt:lpwstr>
  </property>
</Properties>
</file>