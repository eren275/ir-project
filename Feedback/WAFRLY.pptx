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70210"/>
            <a:ext cx="3392165" cy="376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Wafrly AI </a:t>
            </a:r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✈️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39840" y="892373"/>
            <a:ext cx="4893320" cy="1518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Travel Cost Estimator &amp; Flight Intelligence System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839840" y="2556867"/>
            <a:ext cx="4893320" cy="2216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Ahmed Mohamed Tarek (225119)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Omar Mohamed Ahmed (249153)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Mohamed Ramadan (247247)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Youssef Tarek (240190)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Ibrahim Hafez (247403)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Instructors: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Motaaz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Eng. Sohaila Ashraf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</a:t>
            </a:r>
            <a:pPr algn="l" indent="0" marL="0">
              <a:lnSpc>
                <a:spcPct val="122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CS313x Spring 2026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"Find smarter flights. Predict prices. Travel better."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0840" y="370582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10840" y="883221"/>
            <a:ext cx="489332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air travel generates an overwhelming volume of pricing data — yet travelers have almost no intelligent tools to interpret it.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0840" y="1335881"/>
            <a:ext cx="4893320" cy="829270"/>
          </a:xfrm>
          <a:prstGeom prst="roundRect">
            <a:avLst>
              <a:gd name="adj" fmla="val 59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2954" y="1457995"/>
            <a:ext cx="195522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Unpredictable Prices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2954" y="1699692"/>
            <a:ext cx="464909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Fares fluctuate constantly with no clear signals indicating whether today's price is a good deal.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0840" y="2262336"/>
            <a:ext cx="4893320" cy="829270"/>
          </a:xfrm>
          <a:prstGeom prst="roundRect">
            <a:avLst>
              <a:gd name="adj" fmla="val 59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954" y="2384450"/>
            <a:ext cx="26972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Time-Consuming Comparisons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2954" y="2626147"/>
            <a:ext cx="464909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airlines, routes, and departure windows manually is slow and error-prone.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0840" y="3188791"/>
            <a:ext cx="4893320" cy="657597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954" y="3310905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Price Context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2954" y="3552602"/>
            <a:ext cx="510629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lack data-driven benchmarks to classify a fare as low, fair, or expensive.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0840" y="3943573"/>
            <a:ext cx="4893320" cy="829270"/>
          </a:xfrm>
          <a:prstGeom prst="roundRect">
            <a:avLst>
              <a:gd name="adj" fmla="val 59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954" y="406568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Insights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32954" y="4307384"/>
            <a:ext cx="464909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Passenger sentiment and historical trends are rarely surfaced at the point of booking.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66578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 — Wafrly AI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full-stack intelligent flight search and price estimation system that transforms raw data into actionable travel intelligence.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392" y="2323579"/>
            <a:ext cx="18320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Wafrly Delivers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06392" y="2569369"/>
            <a:ext cx="3538463" cy="1032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flight data from scraped booking platforms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price tier classification: Low / Medium / High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recommendations ranked by price and stops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free-text search across flights and reviews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 on passenger comments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prediction based on route, timing, and cabin class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07032"/>
            <a:ext cx="290274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745480"/>
            <a:ext cx="672502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Wafrly uses a clean two-tier architecture — a Python Flask backend serves all AI logic, while a React + Vite frontend delivers an interactive dashboard UI.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157" y="1083990"/>
            <a:ext cx="4535612" cy="34091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56540" y="2433816"/>
            <a:ext cx="827165" cy="94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Three-node System Architecture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165325" y="3615721"/>
            <a:ext cx="1459156" cy="18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Flask REST API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93925" y="3858658"/>
            <a:ext cx="1230556" cy="25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backend with 9 endpoints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08934" y="3521151"/>
            <a:ext cx="1230555" cy="37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&amp; AI Models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08934" y="3953228"/>
            <a:ext cx="1230555" cy="25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data, RF, TF-IDF, TextBlob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06018" y="1379684"/>
            <a:ext cx="1492780" cy="18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 UI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34618" y="1622622"/>
            <a:ext cx="1264180" cy="25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7-page interactive dashboard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09452" y="4568503"/>
            <a:ext cx="6725022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covers four international routes — CAI 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ICN and CAI 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 — across eight major airlines including Emirates, Qatar Airways, Air France, and Turkish Airlines.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488454"/>
            <a:ext cx="606645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 &amp; Feature Engineering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343099"/>
            <a:ext cx="5285259" cy="2994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3624" y="113079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13624" y="1425773"/>
            <a:ext cx="2708672" cy="1015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Scraped real flight data from booking platforms (May 2026)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flight records × 25 columns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range: $169 – $1,194 USD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and enriched in Jupyter Notebook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13624" y="2546226"/>
            <a:ext cx="219387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Engineered Features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13624" y="2841203"/>
            <a:ext cx="2708672" cy="177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price_tier — classification target (Low / Medium / High)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price_per_min — efficiency metric ($/minute)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departure_hour + time_of_day — temporal signals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is_weekend + is_nonstop — binary flags</a:t>
            </a:r>
            <a:endParaRPr lang="en-US" sz="950" dirty="0"/>
          </a:p>
          <a:p>
            <a:pPr algn="l" marL="342900" indent="-34290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cabin_numeric, provider_savings, route_popularity, text_summary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8567"/>
            <a:ext cx="59300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&amp; Machine Learning Features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507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intelligent components power Wafrly's core capabilities.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31355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562895"/>
            <a:ext cx="26221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 Classifier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869406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flights into price tiers (Low / Medium / High) using duration, stops, cabin class, and departure timing. Evaluated with accuracy, F1-score, precision, and recall.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31355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562895"/>
            <a:ext cx="28955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TF-IDF Information Retrieval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869406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Free-text search engine across flights and passenger comments. Ranks results by cosine similarity. Top keywords: economy, nonstop, morning, China Eastern.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31355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562895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Sentiment Analysis (TextBlob)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090863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passenger reviews and classifies them as Positive, Neutral, or Negative. Returns polarity scores from 0–100 for fine-grained sentiment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0783"/>
            <a:ext cx="634908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— 9 Intelligent Endpoints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79" y="1141586"/>
            <a:ext cx="8167241" cy="3571131"/>
          </a:xfrm>
          <a:prstGeom prst="roundRect">
            <a:avLst>
              <a:gd name="adj" fmla="val 164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142" y="1146349"/>
            <a:ext cx="8157716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2743" y="1233488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/api/health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82379" y="1233488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status &amp; record count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3142" y="1542083"/>
            <a:ext cx="8157716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2743" y="1629221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/api/stats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82379" y="1629221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dataset statistics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142" y="1937817"/>
            <a:ext cx="8157716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2743" y="2024955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/api/insights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82379" y="2024955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route &amp; airline insights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142" y="2333551"/>
            <a:ext cx="8157716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2743" y="2420689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/api/recommend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82379" y="2420689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flight recommendations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142" y="2729285"/>
            <a:ext cx="8157716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2743" y="2816423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/api/search?q=...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82379" y="2816423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free-text search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142" y="3125019"/>
            <a:ext cx="8157716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2743" y="3212157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/api/predict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82379" y="3212157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price prediction (ML model)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142" y="3520753"/>
            <a:ext cx="8157716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2743" y="3607891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/api/flights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82379" y="3607891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Paginated, filterable flight table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142" y="3916487"/>
            <a:ext cx="8157716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2743" y="4003625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/api/keywords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82379" y="4003625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TF-IDF keywords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142" y="4312221"/>
            <a:ext cx="8157716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2743" y="4399359"/>
            <a:ext cx="26230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/api/sentiment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82379" y="4399359"/>
            <a:ext cx="5886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 on any text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960"/>
            <a:ext cx="51533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Web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474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7-page React application delivering a complete travel intelligence experience — from KPI overviews to real-time AI predictions.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60562"/>
            <a:ext cx="2599134" cy="1606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508697"/>
            <a:ext cx="23284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&amp; Explorer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815209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overview: total flights, avg price, top destination, sentiment ratio. Airline performance breakdown with route-level metrics.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60562"/>
            <a:ext cx="2599134" cy="16063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508697"/>
            <a:ext cx="23514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 &amp; Search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815209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origin, destination, budget, and cabin class. TF-IDF free-text search across flights and passenger reviews.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60562"/>
            <a:ext cx="2599134" cy="16063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5086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&amp; Sentiment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815209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price forecasting with confidence bounds. Real-time sentiment tester for passenger comments. TF-IDF keyword word cloud.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437555"/>
            <a:ext cx="34635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Price Prediction — How It Works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729853"/>
            <a:ext cx="53481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Wafrly's prediction model applies time-based pricing factors to estimate future fares with confidence bounds.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854720"/>
            <a:ext cx="4890939" cy="22008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34698" y="972582"/>
            <a:ext cx="1084494" cy="13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60+ Days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863298" y="1142467"/>
            <a:ext cx="855894" cy="158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discount applied</a:t>
            </a:r>
            <a:endParaRPr lang="en-US" sz="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807" y="1545725"/>
            <a:ext cx="189578" cy="1895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1187" y="2662914"/>
            <a:ext cx="1089197" cy="13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14–30 Days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481187" y="2832799"/>
            <a:ext cx="1089197" cy="7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base price</a:t>
            </a:r>
            <a:endParaRPr lang="en-US" sz="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5296" y="2237024"/>
            <a:ext cx="189578" cy="1895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18270" y="956122"/>
            <a:ext cx="1084494" cy="13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 Days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546870" y="1126008"/>
            <a:ext cx="855894" cy="158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 time-based premium</a:t>
            </a:r>
            <a:endParaRPr lang="en-US" sz="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6487" y="1526914"/>
            <a:ext cx="189578" cy="1895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64759" y="2623235"/>
            <a:ext cx="1084494" cy="13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7 Days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5393359" y="2793120"/>
            <a:ext cx="855894" cy="158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last-minute premium</a:t>
            </a:r>
            <a:endParaRPr lang="en-US" sz="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28868" y="2237024"/>
            <a:ext cx="189578" cy="18957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26531" y="3095402"/>
            <a:ext cx="489093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factors are applied sequentially based on how far in advance the traveler books, with deeper discounts for early bookings and premiums for last-minute purchases.</a:t>
            </a:r>
            <a:endParaRPr lang="en-US" sz="550" dirty="0"/>
          </a:p>
        </p:txBody>
      </p:sp>
      <p:sp>
        <p:nvSpPr>
          <p:cNvPr id="18" name="Text 11"/>
          <p:cNvSpPr/>
          <p:nvPr/>
        </p:nvSpPr>
        <p:spPr>
          <a:xfrm>
            <a:off x="2126531" y="3340745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CAI → ICN</a:t>
            </a: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2126531" y="3486894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30 days ahead →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~$520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range: $426 – $614</a:t>
            </a:r>
            <a:endParaRPr lang="en-US" sz="550" dirty="0"/>
          </a:p>
        </p:txBody>
      </p:sp>
      <p:sp>
        <p:nvSpPr>
          <p:cNvPr id="20" name="Text 13"/>
          <p:cNvSpPr/>
          <p:nvPr/>
        </p:nvSpPr>
        <p:spPr>
          <a:xfrm>
            <a:off x="2126531" y="3692426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650" dirty="0"/>
          </a:p>
        </p:txBody>
      </p:sp>
      <p:sp>
        <p:nvSpPr>
          <p:cNvPr id="21" name="Text 14"/>
          <p:cNvSpPr/>
          <p:nvPr/>
        </p:nvSpPr>
        <p:spPr>
          <a:xfrm>
            <a:off x="2126531" y="3838575"/>
            <a:ext cx="2359000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 route: CAI → ICN (Cairo to Seoul)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Majority of flights classified as "High" tier (&gt;$500)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Nonstop flights command premium pricing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departures carry ~15% price premium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Weekend travel averages 8% more than weekdays</a:t>
            </a:r>
            <a:endParaRPr lang="en-US" sz="55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booking window: 30–45 days in advance</a:t>
            </a:r>
            <a:endParaRPr lang="en-US" sz="5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232" y="3345135"/>
            <a:ext cx="2359000" cy="1320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0181"/>
            <a:ext cx="589664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Evaluation, Results &amp; Tech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640" y="1141809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0640" y="1489323"/>
            <a:ext cx="438105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Classifier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640" y="1825377"/>
            <a:ext cx="3923854" cy="9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K-Fold cross-validation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Metrics: Accuracy, F1-Score (weighted), Precision, Recall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visualized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0640" y="2903413"/>
            <a:ext cx="438105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Search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640" y="3239467"/>
            <a:ext cx="3923854" cy="47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Cosine similarity ranking quality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keywords: economy, nonstop, morning, CAI, ICN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640" y="3838352"/>
            <a:ext cx="438105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640" y="4174406"/>
            <a:ext cx="3923854" cy="47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against manual labeling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TextBlob polarity benchmarking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44269" y="1141809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4269" y="1489323"/>
            <a:ext cx="3923854" cy="197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· Flask-CORS · Pandas · NumPy · scikit-learn · TextBlob · openpyxl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· Vite · Vanilla CSS · JavaScript ES6+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datasets · Jupyter Notebook · 40 records × 25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44269" y="3609008"/>
            <a:ext cx="3923854" cy="1004590"/>
          </a:xfrm>
          <a:prstGeom prst="roundRect">
            <a:avLst>
              <a:gd name="adj" fmla="val 5742"/>
            </a:avLst>
          </a:prstGeom>
          <a:solidFill>
            <a:srgbClr val="B6FCB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563" y="3817590"/>
            <a:ext cx="171599" cy="13729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90455" y="3776290"/>
            <a:ext cx="334037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Wafrly AI demonstrates a complete, production-ready pipeline — from raw scraped data to intelligent, user-facing predictions.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2026-05-20T00:03:57Z</dcterms:created>
  <dcterms:modified xsi:type="dcterms:W3CDTF">2026-05-20T00:03:57Z</dcterms:modified>
</cp:coreProperties>
</file>